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92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6D1"/>
    <a:srgbClr val="718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4" d="100"/>
          <a:sy n="94" d="100"/>
        </p:scale>
        <p:origin x="291" y="75"/>
      </p:cViewPr>
      <p:guideLst>
        <p:guide pos="30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4D53F-7ADA-4CA3-8E22-32BBAD30D267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4B212-7A48-4567-8FCC-B5F07719F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10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DE5B-F0B3-AC84-79C2-DDB93FA4A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61AC09-CE01-3030-F66F-4BCB7611B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9D0E58-3ADA-7DF6-DE9D-15911A9C2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E35AE0-419C-0C86-6F4D-59AED1256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4B212-7A48-4567-8FCC-B5F07719FF7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548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4B212-7A48-4567-8FCC-B5F07719FF7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52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0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FD1E6562-3C12-D221-5D3C-D1079141A8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46954"/>
            <a:ext cx="12192000" cy="621022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0E1817D-A05D-8973-7947-25935714FD3B}"/>
              </a:ext>
            </a:extLst>
          </p:cNvPr>
          <p:cNvSpPr/>
          <p:nvPr userDrawn="1"/>
        </p:nvSpPr>
        <p:spPr>
          <a:xfrm>
            <a:off x="0" y="0"/>
            <a:ext cx="12192000" cy="64695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52400" dist="152400" dir="5400000" algn="t" rotWithShape="0">
              <a:srgbClr val="1E46D1">
                <a:lumMod val="20000"/>
                <a:lumOff val="80000"/>
                <a:alpha val="2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D1D47B6-DE7B-7287-2311-45025C846A77}"/>
              </a:ext>
            </a:extLst>
          </p:cNvPr>
          <p:cNvGrpSpPr/>
          <p:nvPr userDrawn="1"/>
        </p:nvGrpSpPr>
        <p:grpSpPr>
          <a:xfrm>
            <a:off x="-1316" y="157544"/>
            <a:ext cx="494464" cy="331866"/>
            <a:chOff x="0" y="122698"/>
            <a:chExt cx="337725" cy="401558"/>
          </a:xfrm>
        </p:grpSpPr>
        <p:sp>
          <p:nvSpPr>
            <p:cNvPr id="17" name="圆角矩形 9">
              <a:extLst>
                <a:ext uri="{FF2B5EF4-FFF2-40B4-BE49-F238E27FC236}">
                  <a16:creationId xmlns:a16="http://schemas.microsoft.com/office/drawing/2014/main" id="{D257BEF0-CD37-61CE-26B8-B34F051F7785}"/>
                </a:ext>
              </a:extLst>
            </p:cNvPr>
            <p:cNvSpPr/>
            <p:nvPr userDrawn="1"/>
          </p:nvSpPr>
          <p:spPr>
            <a:xfrm>
              <a:off x="0" y="122698"/>
              <a:ext cx="227584" cy="401558"/>
            </a:xfrm>
            <a:prstGeom prst="roundRect">
              <a:avLst>
                <a:gd name="adj" fmla="val 0"/>
              </a:avLst>
            </a:prstGeom>
            <a:solidFill>
              <a:srgbClr val="1E46D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圆角矩形 10">
              <a:extLst>
                <a:ext uri="{FF2B5EF4-FFF2-40B4-BE49-F238E27FC236}">
                  <a16:creationId xmlns:a16="http://schemas.microsoft.com/office/drawing/2014/main" id="{053887F6-AF6D-B200-BFBE-0728DD6392A5}"/>
                </a:ext>
              </a:extLst>
            </p:cNvPr>
            <p:cNvSpPr/>
            <p:nvPr userDrawn="1"/>
          </p:nvSpPr>
          <p:spPr>
            <a:xfrm>
              <a:off x="279128" y="122698"/>
              <a:ext cx="58597" cy="401558"/>
            </a:xfrm>
            <a:prstGeom prst="roundRect">
              <a:avLst>
                <a:gd name="adj" fmla="val 0"/>
              </a:avLst>
            </a:prstGeom>
            <a:solidFill>
              <a:srgbClr val="718BE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D4AB73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502A908C-E663-82F8-3467-9A3F5FC75A7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714" y="133256"/>
            <a:ext cx="2165436" cy="38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1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svg"/><Relationship Id="rId14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svg"/><Relationship Id="rId17" Type="http://schemas.openxmlformats.org/officeDocument/2006/relationships/image" Target="../media/image3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Relationship Id="rId14" Type="http://schemas.openxmlformats.org/officeDocument/2006/relationships/image" Target="../media/image2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A3AB39F9-4A9B-06D1-EFA0-DDCADA67D042}"/>
              </a:ext>
            </a:extLst>
          </p:cNvPr>
          <p:cNvSpPr/>
          <p:nvPr/>
        </p:nvSpPr>
        <p:spPr>
          <a:xfrm>
            <a:off x="3056787" y="5305425"/>
            <a:ext cx="7632906" cy="1277062"/>
          </a:xfrm>
          <a:prstGeom prst="roundRect">
            <a:avLst>
              <a:gd name="adj" fmla="val 1143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F63B666-588D-4E5D-2374-58398BB3FFDC}"/>
              </a:ext>
            </a:extLst>
          </p:cNvPr>
          <p:cNvSpPr/>
          <p:nvPr/>
        </p:nvSpPr>
        <p:spPr>
          <a:xfrm>
            <a:off x="3056787" y="2336810"/>
            <a:ext cx="7632906" cy="1277062"/>
          </a:xfrm>
          <a:prstGeom prst="roundRect">
            <a:avLst>
              <a:gd name="adj" fmla="val 1143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D3FF0F7-D0FC-73FE-E0AC-7BE0E2F2FA4C}"/>
              </a:ext>
            </a:extLst>
          </p:cNvPr>
          <p:cNvSpPr/>
          <p:nvPr/>
        </p:nvSpPr>
        <p:spPr>
          <a:xfrm>
            <a:off x="3056787" y="857486"/>
            <a:ext cx="7632906" cy="1277062"/>
          </a:xfrm>
          <a:prstGeom prst="roundRect">
            <a:avLst>
              <a:gd name="adj" fmla="val 1143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2B39793-8511-FFAC-B8C2-5289AF230700}"/>
              </a:ext>
            </a:extLst>
          </p:cNvPr>
          <p:cNvSpPr/>
          <p:nvPr/>
        </p:nvSpPr>
        <p:spPr>
          <a:xfrm>
            <a:off x="3042361" y="3821117"/>
            <a:ext cx="1763705" cy="1277062"/>
          </a:xfrm>
          <a:prstGeom prst="roundRect">
            <a:avLst>
              <a:gd name="adj" fmla="val 1143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79632CC-3BB9-6661-BE55-2F999CB7048E}"/>
              </a:ext>
            </a:extLst>
          </p:cNvPr>
          <p:cNvSpPr/>
          <p:nvPr/>
        </p:nvSpPr>
        <p:spPr>
          <a:xfrm>
            <a:off x="5005456" y="3821117"/>
            <a:ext cx="1763705" cy="1277062"/>
          </a:xfrm>
          <a:prstGeom prst="roundRect">
            <a:avLst>
              <a:gd name="adj" fmla="val 1143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F463C6F-BED3-C3ED-6105-5A5DFADDEF16}"/>
              </a:ext>
            </a:extLst>
          </p:cNvPr>
          <p:cNvSpPr/>
          <p:nvPr/>
        </p:nvSpPr>
        <p:spPr>
          <a:xfrm>
            <a:off x="6968551" y="3821117"/>
            <a:ext cx="1763705" cy="1277062"/>
          </a:xfrm>
          <a:prstGeom prst="roundRect">
            <a:avLst>
              <a:gd name="adj" fmla="val 1143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024872F-8592-819A-8729-174A76DE3363}"/>
              </a:ext>
            </a:extLst>
          </p:cNvPr>
          <p:cNvSpPr/>
          <p:nvPr/>
        </p:nvSpPr>
        <p:spPr>
          <a:xfrm>
            <a:off x="8931647" y="3821117"/>
            <a:ext cx="1763705" cy="1277062"/>
          </a:xfrm>
          <a:prstGeom prst="roundRect">
            <a:avLst>
              <a:gd name="adj" fmla="val 1143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A87777-B8D6-3784-18FC-A8C4A808B628}"/>
              </a:ext>
            </a:extLst>
          </p:cNvPr>
          <p:cNvSpPr txBox="1"/>
          <p:nvPr/>
        </p:nvSpPr>
        <p:spPr>
          <a:xfrm>
            <a:off x="4484676" y="54375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6A51D0-A6ED-14A1-E209-C95B1D576934}"/>
              </a:ext>
            </a:extLst>
          </p:cNvPr>
          <p:cNvSpPr txBox="1"/>
          <p:nvPr/>
        </p:nvSpPr>
        <p:spPr>
          <a:xfrm>
            <a:off x="8335869" y="54502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通讯协议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7C921A2-554B-2992-6050-2E8002005A3D}"/>
              </a:ext>
            </a:extLst>
          </p:cNvPr>
          <p:cNvSpPr/>
          <p:nvPr/>
        </p:nvSpPr>
        <p:spPr>
          <a:xfrm>
            <a:off x="3253660" y="5859914"/>
            <a:ext cx="851767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桥吊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8AE7857-6A9B-9AE7-82D1-770D1D106597}"/>
              </a:ext>
            </a:extLst>
          </p:cNvPr>
          <p:cNvSpPr/>
          <p:nvPr/>
        </p:nvSpPr>
        <p:spPr>
          <a:xfrm>
            <a:off x="4168869" y="5859914"/>
            <a:ext cx="851767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轨道吊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2909B9C-D1ED-F624-18D7-C400B30E7FCA}"/>
              </a:ext>
            </a:extLst>
          </p:cNvPr>
          <p:cNvSpPr/>
          <p:nvPr/>
        </p:nvSpPr>
        <p:spPr>
          <a:xfrm>
            <a:off x="5084078" y="5859914"/>
            <a:ext cx="851767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AGV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AB35D10-B57B-96BE-D9B9-0656E9787701}"/>
              </a:ext>
            </a:extLst>
          </p:cNvPr>
          <p:cNvSpPr/>
          <p:nvPr/>
        </p:nvSpPr>
        <p:spPr>
          <a:xfrm>
            <a:off x="5999288" y="5859914"/>
            <a:ext cx="559628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16C845E-498B-AD55-6145-23FD01724FC5}"/>
              </a:ext>
            </a:extLst>
          </p:cNvPr>
          <p:cNvSpPr/>
          <p:nvPr/>
        </p:nvSpPr>
        <p:spPr>
          <a:xfrm>
            <a:off x="7187564" y="5859914"/>
            <a:ext cx="559629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S7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63B3870-7335-1D68-B4AB-E7B78BF2F722}"/>
              </a:ext>
            </a:extLst>
          </p:cNvPr>
          <p:cNvSpPr/>
          <p:nvPr/>
        </p:nvSpPr>
        <p:spPr>
          <a:xfrm>
            <a:off x="7846545" y="5859914"/>
            <a:ext cx="1107995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 SRTP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F61B767-5603-A0C8-CBDC-0DB29A37451D}"/>
              </a:ext>
            </a:extLst>
          </p:cNvPr>
          <p:cNvSpPr/>
          <p:nvPr/>
        </p:nvSpPr>
        <p:spPr>
          <a:xfrm>
            <a:off x="9017982" y="5859914"/>
            <a:ext cx="851767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OPC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2AB91E9-B67D-E03B-5936-7D971D1DA882}"/>
              </a:ext>
            </a:extLst>
          </p:cNvPr>
          <p:cNvSpPr/>
          <p:nvPr/>
        </p:nvSpPr>
        <p:spPr>
          <a:xfrm>
            <a:off x="9933192" y="5859914"/>
            <a:ext cx="559628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形 20">
            <a:extLst>
              <a:ext uri="{FF2B5EF4-FFF2-40B4-BE49-F238E27FC236}">
                <a16:creationId xmlns:a16="http://schemas.microsoft.com/office/drawing/2014/main" id="{891B6412-18DB-61A3-6B56-1ED5C2FBC6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0611" y="3969489"/>
            <a:ext cx="693394" cy="693394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2F305CEF-56AB-987F-CCF6-5421A07F14E7}"/>
              </a:ext>
            </a:extLst>
          </p:cNvPr>
          <p:cNvSpPr txBox="1"/>
          <p:nvPr/>
        </p:nvSpPr>
        <p:spPr>
          <a:xfrm>
            <a:off x="5531986" y="4657701"/>
            <a:ext cx="7400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形 22">
            <a:extLst>
              <a:ext uri="{FF2B5EF4-FFF2-40B4-BE49-F238E27FC236}">
                <a16:creationId xmlns:a16="http://schemas.microsoft.com/office/drawing/2014/main" id="{91CCC21E-4F21-7A07-6BDC-12BDF5FC08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1172" y="3969489"/>
            <a:ext cx="744653" cy="744653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D334A60E-C869-E544-D4B7-390380FA24C8}"/>
              </a:ext>
            </a:extLst>
          </p:cNvPr>
          <p:cNvSpPr txBox="1"/>
          <p:nvPr/>
        </p:nvSpPr>
        <p:spPr>
          <a:xfrm>
            <a:off x="8983970" y="4720448"/>
            <a:ext cx="1705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PostgreSQL/MySQL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1F0AC48-7F14-9DFB-F81D-F8FB51D686EB}"/>
              </a:ext>
            </a:extLst>
          </p:cNvPr>
          <p:cNvSpPr txBox="1"/>
          <p:nvPr/>
        </p:nvSpPr>
        <p:spPr>
          <a:xfrm>
            <a:off x="3216327" y="4662883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数据采集服务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0C83F00-9AA8-F780-8F41-015F1F8693C4}"/>
              </a:ext>
            </a:extLst>
          </p:cNvPr>
          <p:cNvSpPr txBox="1"/>
          <p:nvPr/>
        </p:nvSpPr>
        <p:spPr>
          <a:xfrm>
            <a:off x="7138659" y="4662883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数据入库服务</a:t>
            </a: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10D08EFB-73EB-61A1-A97B-22B5C253B2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4655" y="3971451"/>
            <a:ext cx="623780" cy="623780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43F6A55C-1257-1CF3-4012-887331D3BF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6957" y="3928228"/>
            <a:ext cx="908480" cy="747720"/>
          </a:xfrm>
          <a:prstGeom prst="rect">
            <a:avLst/>
          </a:prstGeom>
        </p:spPr>
      </p:pic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B7AAF5D-D224-3F55-81E3-7BB514047A58}"/>
              </a:ext>
            </a:extLst>
          </p:cNvPr>
          <p:cNvSpPr/>
          <p:nvPr/>
        </p:nvSpPr>
        <p:spPr>
          <a:xfrm>
            <a:off x="9721650" y="2845390"/>
            <a:ext cx="768250" cy="610830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E0EFCB3-F1A6-A094-7E72-E5D4EA0DF523}"/>
              </a:ext>
            </a:extLst>
          </p:cNvPr>
          <p:cNvGrpSpPr/>
          <p:nvPr/>
        </p:nvGrpSpPr>
        <p:grpSpPr>
          <a:xfrm>
            <a:off x="6258629" y="2434120"/>
            <a:ext cx="1288468" cy="369332"/>
            <a:chOff x="5407633" y="2169179"/>
            <a:chExt cx="1288468" cy="369332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EDBF085-81D5-3C68-A9A8-2B2BFAEEB46F}"/>
                </a:ext>
              </a:extLst>
            </p:cNvPr>
            <p:cNvSpPr txBox="1"/>
            <p:nvPr/>
          </p:nvSpPr>
          <p:spPr>
            <a:xfrm>
              <a:off x="5645492" y="2169179"/>
              <a:ext cx="10506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FastAPI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2" name="图形 31">
              <a:extLst>
                <a:ext uri="{FF2B5EF4-FFF2-40B4-BE49-F238E27FC236}">
                  <a16:creationId xmlns:a16="http://schemas.microsoft.com/office/drawing/2014/main" id="{B741B404-FC61-E105-0F98-B9F67E4FE1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07633" y="2231154"/>
              <a:ext cx="237859" cy="237859"/>
            </a:xfrm>
            <a:prstGeom prst="rect">
              <a:avLst/>
            </a:prstGeom>
          </p:spPr>
        </p:pic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83B7B5B-A40C-9346-6715-710F9E09C0AD}"/>
              </a:ext>
            </a:extLst>
          </p:cNvPr>
          <p:cNvGrpSpPr/>
          <p:nvPr/>
        </p:nvGrpSpPr>
        <p:grpSpPr>
          <a:xfrm>
            <a:off x="4862059" y="2845390"/>
            <a:ext cx="1431761" cy="610830"/>
            <a:chOff x="4084819" y="2581865"/>
            <a:chExt cx="1431761" cy="610830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5C21583D-8431-1676-CE95-F86F1B7F5E1B}"/>
                </a:ext>
              </a:extLst>
            </p:cNvPr>
            <p:cNvSpPr/>
            <p:nvPr/>
          </p:nvSpPr>
          <p:spPr>
            <a:xfrm>
              <a:off x="4084819" y="2581865"/>
              <a:ext cx="1431761" cy="610830"/>
            </a:xfrm>
            <a:prstGeom prst="roundRect">
              <a:avLst>
                <a:gd name="adj" fmla="val 1143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5" name="图形 34">
              <a:extLst>
                <a:ext uri="{FF2B5EF4-FFF2-40B4-BE49-F238E27FC236}">
                  <a16:creationId xmlns:a16="http://schemas.microsoft.com/office/drawing/2014/main" id="{AE204065-AC40-48FF-14BC-B2650CE620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28066" y="2716985"/>
              <a:ext cx="340323" cy="340323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CF4BB69-2ED7-7006-9E1A-6895865332E2}"/>
                </a:ext>
              </a:extLst>
            </p:cNvPr>
            <p:cNvSpPr txBox="1"/>
            <p:nvPr/>
          </p:nvSpPr>
          <p:spPr>
            <a:xfrm>
              <a:off x="4518464" y="2643689"/>
              <a:ext cx="9829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数据监控</a:t>
              </a:r>
              <a:endParaRPr lang="en-US" altLang="zh-CN" dirty="0"/>
            </a:p>
            <a:p>
              <a:r>
                <a:rPr lang="en-US" altLang="zh-CN" dirty="0"/>
                <a:t>API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C58A53C3-A8B5-880E-1260-9A8B7502CE12}"/>
              </a:ext>
            </a:extLst>
          </p:cNvPr>
          <p:cNvGrpSpPr/>
          <p:nvPr/>
        </p:nvGrpSpPr>
        <p:grpSpPr>
          <a:xfrm>
            <a:off x="6476077" y="2845390"/>
            <a:ext cx="1432355" cy="610830"/>
            <a:chOff x="5698837" y="2581865"/>
            <a:chExt cx="1432355" cy="610830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3E558EDB-70AB-B594-7A16-0B31CFC8A775}"/>
                </a:ext>
              </a:extLst>
            </p:cNvPr>
            <p:cNvSpPr/>
            <p:nvPr/>
          </p:nvSpPr>
          <p:spPr>
            <a:xfrm>
              <a:off x="5698837" y="2581865"/>
              <a:ext cx="1431761" cy="610830"/>
            </a:xfrm>
            <a:prstGeom prst="roundRect">
              <a:avLst>
                <a:gd name="adj" fmla="val 1143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9" name="图形 38">
              <a:extLst>
                <a:ext uri="{FF2B5EF4-FFF2-40B4-BE49-F238E27FC236}">
                  <a16:creationId xmlns:a16="http://schemas.microsoft.com/office/drawing/2014/main" id="{911A7824-EEDB-354B-75F2-BB9615F2B3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65347" y="2729182"/>
              <a:ext cx="328126" cy="328126"/>
            </a:xfrm>
            <a:prstGeom prst="rect">
              <a:avLst/>
            </a:prstGeom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D555D05-A8C5-1A07-8363-FCD4E438EE79}"/>
                </a:ext>
              </a:extLst>
            </p:cNvPr>
            <p:cNvSpPr txBox="1"/>
            <p:nvPr/>
          </p:nvSpPr>
          <p:spPr>
            <a:xfrm>
              <a:off x="6148228" y="2643689"/>
              <a:ext cx="9829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数据查询</a:t>
              </a:r>
              <a:endParaRPr lang="en-US" altLang="zh-CN" dirty="0"/>
            </a:p>
            <a:p>
              <a:r>
                <a:rPr lang="en-US" altLang="zh-CN" dirty="0"/>
                <a:t>API</a:t>
              </a:r>
            </a:p>
          </p:txBody>
        </p:sp>
      </p:grp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57B1D56-6636-B523-80CC-ED80B8DB7E37}"/>
              </a:ext>
            </a:extLst>
          </p:cNvPr>
          <p:cNvSpPr/>
          <p:nvPr/>
        </p:nvSpPr>
        <p:spPr>
          <a:xfrm>
            <a:off x="8090096" y="2845390"/>
            <a:ext cx="1431761" cy="610830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图形 41">
            <a:extLst>
              <a:ext uri="{FF2B5EF4-FFF2-40B4-BE49-F238E27FC236}">
                <a16:creationId xmlns:a16="http://schemas.microsoft.com/office/drawing/2014/main" id="{E81244BD-DD56-8F27-BAF0-11687638D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22225" y="2999766"/>
            <a:ext cx="297087" cy="297087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41462E1F-37D4-311D-0FC5-39483AA7D62C}"/>
              </a:ext>
            </a:extLst>
          </p:cNvPr>
          <p:cNvSpPr txBox="1"/>
          <p:nvPr/>
        </p:nvSpPr>
        <p:spPr>
          <a:xfrm>
            <a:off x="8463058" y="2904582"/>
            <a:ext cx="98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异常报警</a:t>
            </a:r>
            <a:endParaRPr lang="en-US" altLang="zh-CN" dirty="0"/>
          </a:p>
          <a:p>
            <a:r>
              <a:rPr lang="en-US" altLang="zh-CN" dirty="0"/>
              <a:t>API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D8E608C-D0ED-7E8C-481A-554E231670CC}"/>
              </a:ext>
            </a:extLst>
          </p:cNvPr>
          <p:cNvGrpSpPr/>
          <p:nvPr/>
        </p:nvGrpSpPr>
        <p:grpSpPr>
          <a:xfrm>
            <a:off x="6053299" y="952425"/>
            <a:ext cx="1699194" cy="338554"/>
            <a:chOff x="5430856" y="619373"/>
            <a:chExt cx="1699194" cy="338554"/>
          </a:xfrm>
        </p:grpSpPr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5F83A750-ADBB-A730-24AC-627EB3EB1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0856" y="656247"/>
              <a:ext cx="267981" cy="229143"/>
            </a:xfrm>
            <a:prstGeom prst="rect">
              <a:avLst/>
            </a:prstGeom>
          </p:spPr>
        </p:pic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FDE4E6D9-7443-A3FC-569E-D0E0F014FFDD}"/>
                </a:ext>
              </a:extLst>
            </p:cNvPr>
            <p:cNvSpPr txBox="1"/>
            <p:nvPr/>
          </p:nvSpPr>
          <p:spPr>
            <a:xfrm>
              <a:off x="5661378" y="619373"/>
              <a:ext cx="14686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Vben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Admin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51522D58-ED31-B7C6-7EFB-69AB3FA25455}"/>
              </a:ext>
            </a:extLst>
          </p:cNvPr>
          <p:cNvGrpSpPr/>
          <p:nvPr/>
        </p:nvGrpSpPr>
        <p:grpSpPr>
          <a:xfrm>
            <a:off x="3227368" y="1313425"/>
            <a:ext cx="1015720" cy="610830"/>
            <a:chOff x="2470802" y="2581865"/>
            <a:chExt cx="1015720" cy="610830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F32BC0B4-2008-19E1-EA2B-A1C4CC1FEEDF}"/>
                </a:ext>
              </a:extLst>
            </p:cNvPr>
            <p:cNvSpPr/>
            <p:nvPr/>
          </p:nvSpPr>
          <p:spPr>
            <a:xfrm>
              <a:off x="2470802" y="2581865"/>
              <a:ext cx="1015720" cy="610830"/>
            </a:xfrm>
            <a:prstGeom prst="roundRect">
              <a:avLst>
                <a:gd name="adj" fmla="val 1143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9" name="图形 48">
              <a:extLst>
                <a:ext uri="{FF2B5EF4-FFF2-40B4-BE49-F238E27FC236}">
                  <a16:creationId xmlns:a16="http://schemas.microsoft.com/office/drawing/2014/main" id="{3C7E0F46-CDD2-1A38-158E-23B0CA968C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572507" y="2740603"/>
              <a:ext cx="412742" cy="292725"/>
            </a:xfrm>
            <a:prstGeom prst="rect">
              <a:avLst/>
            </a:prstGeom>
          </p:spPr>
        </p:pic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5998232D-7480-3CF4-45BB-93938287144C}"/>
                </a:ext>
              </a:extLst>
            </p:cNvPr>
            <p:cNvSpPr txBox="1"/>
            <p:nvPr/>
          </p:nvSpPr>
          <p:spPr>
            <a:xfrm>
              <a:off x="2916151" y="2627534"/>
              <a:ext cx="5703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D091E0E3-2E20-07AF-4AFF-9F461314BF07}"/>
              </a:ext>
            </a:extLst>
          </p:cNvPr>
          <p:cNvSpPr/>
          <p:nvPr/>
        </p:nvSpPr>
        <p:spPr>
          <a:xfrm>
            <a:off x="9715750" y="1313425"/>
            <a:ext cx="768250" cy="610830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730333D0-1C4B-769E-EF48-37D764041F5C}"/>
              </a:ext>
            </a:extLst>
          </p:cNvPr>
          <p:cNvGrpSpPr/>
          <p:nvPr/>
        </p:nvGrpSpPr>
        <p:grpSpPr>
          <a:xfrm>
            <a:off x="4308764" y="1313425"/>
            <a:ext cx="1015720" cy="610830"/>
            <a:chOff x="4084820" y="2581865"/>
            <a:chExt cx="1015720" cy="610830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90CBB1D9-92A6-4D6F-794B-72162A61CBF1}"/>
                </a:ext>
              </a:extLst>
            </p:cNvPr>
            <p:cNvSpPr/>
            <p:nvPr/>
          </p:nvSpPr>
          <p:spPr>
            <a:xfrm>
              <a:off x="4084820" y="2581865"/>
              <a:ext cx="1015720" cy="610830"/>
            </a:xfrm>
            <a:prstGeom prst="roundRect">
              <a:avLst>
                <a:gd name="adj" fmla="val 1143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4" name="图形 53">
              <a:extLst>
                <a:ext uri="{FF2B5EF4-FFF2-40B4-BE49-F238E27FC236}">
                  <a16:creationId xmlns:a16="http://schemas.microsoft.com/office/drawing/2014/main" id="{A07DFC5C-6B2B-57C5-A2FC-0ACE87B365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64254" y="2717118"/>
              <a:ext cx="340323" cy="340323"/>
            </a:xfrm>
            <a:prstGeom prst="rect">
              <a:avLst/>
            </a:prstGeom>
          </p:spPr>
        </p:pic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4807FE3-08CC-4711-2AE0-EEEF4259730C}"/>
                </a:ext>
              </a:extLst>
            </p:cNvPr>
            <p:cNvSpPr txBox="1"/>
            <p:nvPr/>
          </p:nvSpPr>
          <p:spPr>
            <a:xfrm>
              <a:off x="4437246" y="2634085"/>
              <a:ext cx="6369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变量管理</a:t>
              </a:r>
              <a:endParaRPr lang="en-US" altLang="zh-CN" dirty="0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A861B5DC-AD27-108C-9935-F9A35F9E3460}"/>
              </a:ext>
            </a:extLst>
          </p:cNvPr>
          <p:cNvGrpSpPr/>
          <p:nvPr/>
        </p:nvGrpSpPr>
        <p:grpSpPr>
          <a:xfrm>
            <a:off x="6471556" y="1313425"/>
            <a:ext cx="1015721" cy="610830"/>
            <a:chOff x="7312856" y="2581865"/>
            <a:chExt cx="1015721" cy="610830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69FCE321-938D-8187-F840-8D95D2D9B42F}"/>
                </a:ext>
              </a:extLst>
            </p:cNvPr>
            <p:cNvSpPr/>
            <p:nvPr/>
          </p:nvSpPr>
          <p:spPr>
            <a:xfrm>
              <a:off x="7312856" y="2581865"/>
              <a:ext cx="1015721" cy="610830"/>
            </a:xfrm>
            <a:prstGeom prst="roundRect">
              <a:avLst>
                <a:gd name="adj" fmla="val 1143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056176C7-7AF3-4942-3CF9-E38168674D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44487" y="2736410"/>
              <a:ext cx="297087" cy="297087"/>
            </a:xfrm>
            <a:prstGeom prst="rect">
              <a:avLst/>
            </a:prstGeom>
          </p:spPr>
        </p:pic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327E50E6-B5D4-DFA5-60A9-BCAB458D2D3D}"/>
                </a:ext>
              </a:extLst>
            </p:cNvPr>
            <p:cNvSpPr txBox="1"/>
            <p:nvPr/>
          </p:nvSpPr>
          <p:spPr>
            <a:xfrm>
              <a:off x="7700194" y="2630201"/>
              <a:ext cx="5415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异常报警</a:t>
              </a:r>
              <a:endParaRPr lang="en-US" altLang="zh-CN" dirty="0"/>
            </a:p>
          </p:txBody>
        </p:sp>
      </p:grp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7E823A5A-6CDD-B70F-D3C2-97F9DA5EB5C1}"/>
              </a:ext>
            </a:extLst>
          </p:cNvPr>
          <p:cNvSpPr/>
          <p:nvPr/>
        </p:nvSpPr>
        <p:spPr>
          <a:xfrm>
            <a:off x="2157929" y="852503"/>
            <a:ext cx="693164" cy="1277062"/>
          </a:xfrm>
          <a:prstGeom prst="roundRect">
            <a:avLst>
              <a:gd name="adj" fmla="val 1143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展示层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94ED4B48-D624-9189-D271-FC89BC661EEA}"/>
              </a:ext>
            </a:extLst>
          </p:cNvPr>
          <p:cNvSpPr/>
          <p:nvPr/>
        </p:nvSpPr>
        <p:spPr>
          <a:xfrm>
            <a:off x="2163830" y="2336810"/>
            <a:ext cx="693164" cy="1277062"/>
          </a:xfrm>
          <a:prstGeom prst="roundRect">
            <a:avLst>
              <a:gd name="adj" fmla="val 1143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服务层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12646352-7D8E-353A-A932-9AE5808D1509}"/>
              </a:ext>
            </a:extLst>
          </p:cNvPr>
          <p:cNvSpPr/>
          <p:nvPr/>
        </p:nvSpPr>
        <p:spPr>
          <a:xfrm>
            <a:off x="2169248" y="3821117"/>
            <a:ext cx="693164" cy="1277062"/>
          </a:xfrm>
          <a:prstGeom prst="roundRect">
            <a:avLst>
              <a:gd name="adj" fmla="val 1143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数据层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B5F59FF3-F007-958F-C2D9-0DFEB731C67A}"/>
              </a:ext>
            </a:extLst>
          </p:cNvPr>
          <p:cNvSpPr/>
          <p:nvPr/>
        </p:nvSpPr>
        <p:spPr>
          <a:xfrm>
            <a:off x="2157929" y="5305424"/>
            <a:ext cx="693164" cy="1277062"/>
          </a:xfrm>
          <a:prstGeom prst="roundRect">
            <a:avLst>
              <a:gd name="adj" fmla="val 1143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设备层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46C21C41-F768-DCD7-2A5C-90EF02F62408}"/>
              </a:ext>
            </a:extLst>
          </p:cNvPr>
          <p:cNvGrpSpPr/>
          <p:nvPr/>
        </p:nvGrpSpPr>
        <p:grpSpPr>
          <a:xfrm>
            <a:off x="7552953" y="1313425"/>
            <a:ext cx="1015721" cy="610830"/>
            <a:chOff x="7161579" y="1052227"/>
            <a:chExt cx="1015721" cy="610830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6C3CCDBA-A03F-31F5-3FFD-300BD06444DA}"/>
                </a:ext>
              </a:extLst>
            </p:cNvPr>
            <p:cNvSpPr/>
            <p:nvPr/>
          </p:nvSpPr>
          <p:spPr>
            <a:xfrm>
              <a:off x="7161579" y="1052227"/>
              <a:ext cx="1015721" cy="610830"/>
            </a:xfrm>
            <a:prstGeom prst="roundRect">
              <a:avLst>
                <a:gd name="adj" fmla="val 1143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4CB2962D-ED0E-B1B5-5CD5-E1BA1551E5F8}"/>
                </a:ext>
              </a:extLst>
            </p:cNvPr>
            <p:cNvSpPr txBox="1"/>
            <p:nvPr/>
          </p:nvSpPr>
          <p:spPr>
            <a:xfrm>
              <a:off x="7548917" y="1100563"/>
              <a:ext cx="5415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用户管理</a:t>
              </a:r>
              <a:endParaRPr lang="en-US" altLang="zh-CN" dirty="0"/>
            </a:p>
          </p:txBody>
        </p:sp>
        <p:pic>
          <p:nvPicPr>
            <p:cNvPr id="67" name="图形 66">
              <a:extLst>
                <a:ext uri="{FF2B5EF4-FFF2-40B4-BE49-F238E27FC236}">
                  <a16:creationId xmlns:a16="http://schemas.microsoft.com/office/drawing/2014/main" id="{577BD481-6B9E-C1C0-7EE3-E4772DA7C5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273500" y="1227509"/>
              <a:ext cx="285129" cy="285129"/>
            </a:xfrm>
            <a:prstGeom prst="rect">
              <a:avLst/>
            </a:prstGeom>
          </p:spPr>
        </p:pic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2ECABF43-0C06-C353-6D24-76CAA003A5C6}"/>
              </a:ext>
            </a:extLst>
          </p:cNvPr>
          <p:cNvGrpSpPr/>
          <p:nvPr/>
        </p:nvGrpSpPr>
        <p:grpSpPr>
          <a:xfrm>
            <a:off x="8634351" y="1313425"/>
            <a:ext cx="1015721" cy="610830"/>
            <a:chOff x="7857111" y="1049900"/>
            <a:chExt cx="1015721" cy="610830"/>
          </a:xfrm>
        </p:grpSpPr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BEE7399D-412F-0412-E806-E4D57589FDCF}"/>
                </a:ext>
              </a:extLst>
            </p:cNvPr>
            <p:cNvSpPr/>
            <p:nvPr/>
          </p:nvSpPr>
          <p:spPr>
            <a:xfrm>
              <a:off x="7857111" y="1049900"/>
              <a:ext cx="1015721" cy="610830"/>
            </a:xfrm>
            <a:prstGeom prst="roundRect">
              <a:avLst>
                <a:gd name="adj" fmla="val 1143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2134A9B9-7124-AA99-76B5-A19B403D5AD1}"/>
                </a:ext>
              </a:extLst>
            </p:cNvPr>
            <p:cNvSpPr txBox="1"/>
            <p:nvPr/>
          </p:nvSpPr>
          <p:spPr>
            <a:xfrm>
              <a:off x="8244449" y="1098236"/>
              <a:ext cx="5415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日志管理</a:t>
              </a:r>
              <a:endParaRPr lang="en-US" altLang="zh-CN" dirty="0"/>
            </a:p>
          </p:txBody>
        </p:sp>
        <p:pic>
          <p:nvPicPr>
            <p:cNvPr id="71" name="图形 70">
              <a:extLst>
                <a:ext uri="{FF2B5EF4-FFF2-40B4-BE49-F238E27FC236}">
                  <a16:creationId xmlns:a16="http://schemas.microsoft.com/office/drawing/2014/main" id="{AACB9671-A7C8-9570-6D5F-F3079AA22B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007565" y="1225182"/>
              <a:ext cx="293684" cy="285130"/>
            </a:xfrm>
            <a:prstGeom prst="rect">
              <a:avLst/>
            </a:prstGeom>
          </p:spPr>
        </p:pic>
      </p:grp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B2DD6862-7501-0CB5-D058-7A69DB2EA1DA}"/>
              </a:ext>
            </a:extLst>
          </p:cNvPr>
          <p:cNvCxnSpPr>
            <a:stCxn id="4" idx="0"/>
            <a:endCxn id="7" idx="2"/>
          </p:cNvCxnSpPr>
          <p:nvPr/>
        </p:nvCxnSpPr>
        <p:spPr>
          <a:xfrm rot="16200000" flipV="1">
            <a:off x="5295104" y="3727289"/>
            <a:ext cx="207246" cy="2949026"/>
          </a:xfrm>
          <a:prstGeom prst="bentConnector3">
            <a:avLst>
              <a:gd name="adj1" fmla="val 30084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035215F6-D9DC-7B02-0212-1310EAAB7A0B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806066" y="4459648"/>
            <a:ext cx="19939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8EFF6A79-1A35-6914-9F5C-608D713B8293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769161" y="4459648"/>
            <a:ext cx="19939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FD32F843-8F10-6BFB-35D8-BC30A0B8AFC2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732256" y="4459648"/>
            <a:ext cx="199391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07A9BF65-22B6-1A8D-AEAA-304C1EC7E17B}"/>
              </a:ext>
            </a:extLst>
          </p:cNvPr>
          <p:cNvCxnSpPr>
            <a:stCxn id="8" idx="0"/>
            <a:endCxn id="5" idx="2"/>
          </p:cNvCxnSpPr>
          <p:nvPr/>
        </p:nvCxnSpPr>
        <p:spPr>
          <a:xfrm rot="5400000" flipH="1" flipV="1">
            <a:off x="6276652" y="3224530"/>
            <a:ext cx="207245" cy="985931"/>
          </a:xfrm>
          <a:prstGeom prst="bentConnector3">
            <a:avLst>
              <a:gd name="adj1" fmla="val 38510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337A11E3-AC9E-BA78-0883-FB33BB3586A3}"/>
              </a:ext>
            </a:extLst>
          </p:cNvPr>
          <p:cNvCxnSpPr>
            <a:stCxn id="5" idx="0"/>
            <a:endCxn id="6" idx="2"/>
          </p:cNvCxnSpPr>
          <p:nvPr/>
        </p:nvCxnSpPr>
        <p:spPr>
          <a:xfrm flipV="1">
            <a:off x="6873240" y="2134548"/>
            <a:ext cx="0" cy="202262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箭头: 左右 77">
            <a:extLst>
              <a:ext uri="{FF2B5EF4-FFF2-40B4-BE49-F238E27FC236}">
                <a16:creationId xmlns:a16="http://schemas.microsoft.com/office/drawing/2014/main" id="{1FF96C16-2C4D-3C33-371B-0011E5D92D0D}"/>
              </a:ext>
            </a:extLst>
          </p:cNvPr>
          <p:cNvSpPr/>
          <p:nvPr/>
        </p:nvSpPr>
        <p:spPr>
          <a:xfrm>
            <a:off x="6648883" y="5736708"/>
            <a:ext cx="435834" cy="207247"/>
          </a:xfrm>
          <a:prstGeom prst="left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箭头: 右 78">
            <a:extLst>
              <a:ext uri="{FF2B5EF4-FFF2-40B4-BE49-F238E27FC236}">
                <a16:creationId xmlns:a16="http://schemas.microsoft.com/office/drawing/2014/main" id="{16ED749E-1F58-FCD5-A4BA-2811761CF933}"/>
              </a:ext>
            </a:extLst>
          </p:cNvPr>
          <p:cNvSpPr/>
          <p:nvPr/>
        </p:nvSpPr>
        <p:spPr>
          <a:xfrm rot="16200000">
            <a:off x="2442589" y="2129565"/>
            <a:ext cx="146481" cy="20724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箭头: 右 79">
            <a:extLst>
              <a:ext uri="{FF2B5EF4-FFF2-40B4-BE49-F238E27FC236}">
                <a16:creationId xmlns:a16="http://schemas.microsoft.com/office/drawing/2014/main" id="{4AF88AC7-F38B-5114-0ED9-18A5355716CD}"/>
              </a:ext>
            </a:extLst>
          </p:cNvPr>
          <p:cNvSpPr/>
          <p:nvPr/>
        </p:nvSpPr>
        <p:spPr>
          <a:xfrm rot="16200000">
            <a:off x="2438967" y="3613871"/>
            <a:ext cx="146481" cy="20724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箭头: 右 80">
            <a:extLst>
              <a:ext uri="{FF2B5EF4-FFF2-40B4-BE49-F238E27FC236}">
                <a16:creationId xmlns:a16="http://schemas.microsoft.com/office/drawing/2014/main" id="{18A4FEB7-A2B2-31DB-7F72-6DC469CECD05}"/>
              </a:ext>
            </a:extLst>
          </p:cNvPr>
          <p:cNvSpPr/>
          <p:nvPr/>
        </p:nvSpPr>
        <p:spPr>
          <a:xfrm rot="16200000">
            <a:off x="2431270" y="5098179"/>
            <a:ext cx="146481" cy="20724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A76C7839-9C8A-4AF5-A443-ABE8312E600F}"/>
              </a:ext>
            </a:extLst>
          </p:cNvPr>
          <p:cNvGrpSpPr/>
          <p:nvPr/>
        </p:nvGrpSpPr>
        <p:grpSpPr>
          <a:xfrm>
            <a:off x="5390160" y="1313425"/>
            <a:ext cx="1015720" cy="610830"/>
            <a:chOff x="4841520" y="1249925"/>
            <a:chExt cx="1015720" cy="610830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623121AC-4003-B85A-3728-2C060B7016DB}"/>
                </a:ext>
              </a:extLst>
            </p:cNvPr>
            <p:cNvSpPr/>
            <p:nvPr/>
          </p:nvSpPr>
          <p:spPr>
            <a:xfrm>
              <a:off x="4841520" y="1249925"/>
              <a:ext cx="1015720" cy="610830"/>
            </a:xfrm>
            <a:prstGeom prst="roundRect">
              <a:avLst>
                <a:gd name="adj" fmla="val 1143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12CE163E-C289-6953-7496-25E01B122717}"/>
                </a:ext>
              </a:extLst>
            </p:cNvPr>
            <p:cNvSpPr txBox="1"/>
            <p:nvPr/>
          </p:nvSpPr>
          <p:spPr>
            <a:xfrm>
              <a:off x="5236215" y="1307695"/>
              <a:ext cx="5505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数据管理</a:t>
              </a:r>
              <a:endParaRPr lang="en-US" altLang="zh-CN" dirty="0"/>
            </a:p>
          </p:txBody>
        </p:sp>
        <p:pic>
          <p:nvPicPr>
            <p:cNvPr id="85" name="图形 84">
              <a:extLst>
                <a:ext uri="{FF2B5EF4-FFF2-40B4-BE49-F238E27FC236}">
                  <a16:creationId xmlns:a16="http://schemas.microsoft.com/office/drawing/2014/main" id="{7D0D4B51-D008-3B6A-D656-57207AC3B4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963362" y="1423444"/>
              <a:ext cx="272853" cy="272853"/>
            </a:xfrm>
            <a:prstGeom prst="rect">
              <a:avLst/>
            </a:prstGeom>
          </p:spPr>
        </p:pic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53D09BE-5BDA-E586-4713-06F5D6EC57D6}"/>
              </a:ext>
            </a:extLst>
          </p:cNvPr>
          <p:cNvGrpSpPr/>
          <p:nvPr/>
        </p:nvGrpSpPr>
        <p:grpSpPr>
          <a:xfrm>
            <a:off x="3248041" y="2845390"/>
            <a:ext cx="1431761" cy="610830"/>
            <a:chOff x="2699401" y="2781890"/>
            <a:chExt cx="1431761" cy="610830"/>
          </a:xfrm>
        </p:grpSpPr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1E3A6C22-A2FA-3F8A-D764-3B66A7164D9A}"/>
                </a:ext>
              </a:extLst>
            </p:cNvPr>
            <p:cNvSpPr/>
            <p:nvPr/>
          </p:nvSpPr>
          <p:spPr>
            <a:xfrm>
              <a:off x="2699401" y="2781890"/>
              <a:ext cx="1431761" cy="610830"/>
            </a:xfrm>
            <a:prstGeom prst="roundRect">
              <a:avLst>
                <a:gd name="adj" fmla="val 1143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2BFDF61D-B212-2803-F4AC-F3E63B362A7D}"/>
                </a:ext>
              </a:extLst>
            </p:cNvPr>
            <p:cNvSpPr txBox="1"/>
            <p:nvPr/>
          </p:nvSpPr>
          <p:spPr>
            <a:xfrm>
              <a:off x="3128747" y="2831660"/>
              <a:ext cx="9829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设备管理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API</a:t>
              </a:r>
            </a:p>
          </p:txBody>
        </p: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89D6A692-AFC6-93E9-48B5-341E9BF32BDA}"/>
                </a:ext>
              </a:extLst>
            </p:cNvPr>
            <p:cNvGrpSpPr/>
            <p:nvPr/>
          </p:nvGrpSpPr>
          <p:grpSpPr>
            <a:xfrm>
              <a:off x="2857453" y="2974768"/>
              <a:ext cx="335722" cy="228985"/>
              <a:chOff x="3136242" y="2670313"/>
              <a:chExt cx="335722" cy="228985"/>
            </a:xfrm>
            <a:solidFill>
              <a:schemeClr val="bg1"/>
            </a:solidFill>
          </p:grpSpPr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C6167613-9960-B535-3C93-2310D1A5F9C3}"/>
                  </a:ext>
                </a:extLst>
              </p:cNvPr>
              <p:cNvSpPr/>
              <p:nvPr/>
            </p:nvSpPr>
            <p:spPr>
              <a:xfrm>
                <a:off x="3136242" y="2670313"/>
                <a:ext cx="335722" cy="228985"/>
              </a:xfrm>
              <a:custGeom>
                <a:avLst/>
                <a:gdLst>
                  <a:gd name="csX0" fmla="*/ 334430 w 335722"/>
                  <a:gd name="csY0" fmla="*/ 0 h 228985"/>
                  <a:gd name="csX1" fmla="*/ 1293 w 335722"/>
                  <a:gd name="csY1" fmla="*/ 0 h 228985"/>
                  <a:gd name="csX2" fmla="*/ 0 w 335722"/>
                  <a:gd name="csY2" fmla="*/ 1293 h 228985"/>
                  <a:gd name="csX3" fmla="*/ 0 w 335722"/>
                  <a:gd name="csY3" fmla="*/ 5725 h 228985"/>
                  <a:gd name="csX4" fmla="*/ 1293 w 335722"/>
                  <a:gd name="csY4" fmla="*/ 8310 h 228985"/>
                  <a:gd name="csX5" fmla="*/ 19021 w 335722"/>
                  <a:gd name="csY5" fmla="*/ 20683 h 228985"/>
                  <a:gd name="csX6" fmla="*/ 21975 w 335722"/>
                  <a:gd name="csY6" fmla="*/ 21606 h 228985"/>
                  <a:gd name="csX7" fmla="*/ 49306 w 335722"/>
                  <a:gd name="csY7" fmla="*/ 21606 h 228985"/>
                  <a:gd name="csX8" fmla="*/ 52445 w 335722"/>
                  <a:gd name="csY8" fmla="*/ 24745 h 228985"/>
                  <a:gd name="csX9" fmla="*/ 55769 w 335722"/>
                  <a:gd name="csY9" fmla="*/ 223631 h 228985"/>
                  <a:gd name="csX10" fmla="*/ 55954 w 335722"/>
                  <a:gd name="csY10" fmla="*/ 225477 h 228985"/>
                  <a:gd name="csX11" fmla="*/ 56323 w 335722"/>
                  <a:gd name="csY11" fmla="*/ 225662 h 228985"/>
                  <a:gd name="csX12" fmla="*/ 57062 w 335722"/>
                  <a:gd name="csY12" fmla="*/ 225662 h 228985"/>
                  <a:gd name="csX13" fmla="*/ 57431 w 335722"/>
                  <a:gd name="csY13" fmla="*/ 225293 h 228985"/>
                  <a:gd name="csX14" fmla="*/ 57431 w 335722"/>
                  <a:gd name="csY14" fmla="*/ 224739 h 228985"/>
                  <a:gd name="csX15" fmla="*/ 57800 w 335722"/>
                  <a:gd name="csY15" fmla="*/ 224369 h 228985"/>
                  <a:gd name="csX16" fmla="*/ 58354 w 335722"/>
                  <a:gd name="csY16" fmla="*/ 224369 h 228985"/>
                  <a:gd name="csX17" fmla="*/ 58354 w 335722"/>
                  <a:gd name="csY17" fmla="*/ 228432 h 228985"/>
                  <a:gd name="csX18" fmla="*/ 58724 w 335722"/>
                  <a:gd name="csY18" fmla="*/ 228986 h 228985"/>
                  <a:gd name="csX19" fmla="*/ 59462 w 335722"/>
                  <a:gd name="csY19" fmla="*/ 228986 h 228985"/>
                  <a:gd name="csX20" fmla="*/ 59832 w 335722"/>
                  <a:gd name="csY20" fmla="*/ 228617 h 228985"/>
                  <a:gd name="csX21" fmla="*/ 59832 w 335722"/>
                  <a:gd name="csY21" fmla="*/ 227693 h 228985"/>
                  <a:gd name="csX22" fmla="*/ 60201 w 335722"/>
                  <a:gd name="csY22" fmla="*/ 227324 h 228985"/>
                  <a:gd name="csX23" fmla="*/ 62048 w 335722"/>
                  <a:gd name="csY23" fmla="*/ 227324 h 228985"/>
                  <a:gd name="csX24" fmla="*/ 62417 w 335722"/>
                  <a:gd name="csY24" fmla="*/ 227693 h 228985"/>
                  <a:gd name="csX25" fmla="*/ 62417 w 335722"/>
                  <a:gd name="csY25" fmla="*/ 228617 h 228985"/>
                  <a:gd name="csX26" fmla="*/ 62786 w 335722"/>
                  <a:gd name="csY26" fmla="*/ 228986 h 228985"/>
                  <a:gd name="csX27" fmla="*/ 63525 w 335722"/>
                  <a:gd name="csY27" fmla="*/ 228986 h 228985"/>
                  <a:gd name="csX28" fmla="*/ 63894 w 335722"/>
                  <a:gd name="csY28" fmla="*/ 228432 h 228985"/>
                  <a:gd name="csX29" fmla="*/ 63894 w 335722"/>
                  <a:gd name="csY29" fmla="*/ 224369 h 228985"/>
                  <a:gd name="csX30" fmla="*/ 64448 w 335722"/>
                  <a:gd name="csY30" fmla="*/ 224369 h 228985"/>
                  <a:gd name="csX31" fmla="*/ 64818 w 335722"/>
                  <a:gd name="csY31" fmla="*/ 224739 h 228985"/>
                  <a:gd name="csX32" fmla="*/ 64818 w 335722"/>
                  <a:gd name="csY32" fmla="*/ 225293 h 228985"/>
                  <a:gd name="csX33" fmla="*/ 65187 w 335722"/>
                  <a:gd name="csY33" fmla="*/ 225662 h 228985"/>
                  <a:gd name="csX34" fmla="*/ 65741 w 335722"/>
                  <a:gd name="csY34" fmla="*/ 225662 h 228985"/>
                  <a:gd name="csX35" fmla="*/ 66110 w 335722"/>
                  <a:gd name="csY35" fmla="*/ 225477 h 228985"/>
                  <a:gd name="csX36" fmla="*/ 66295 w 335722"/>
                  <a:gd name="csY36" fmla="*/ 223631 h 228985"/>
                  <a:gd name="csX37" fmla="*/ 69619 w 335722"/>
                  <a:gd name="csY37" fmla="*/ 24745 h 228985"/>
                  <a:gd name="csX38" fmla="*/ 72758 w 335722"/>
                  <a:gd name="csY38" fmla="*/ 21606 h 228985"/>
                  <a:gd name="csX39" fmla="*/ 156781 w 335722"/>
                  <a:gd name="csY39" fmla="*/ 21606 h 228985"/>
                  <a:gd name="csX40" fmla="*/ 156781 w 335722"/>
                  <a:gd name="csY40" fmla="*/ 90671 h 228985"/>
                  <a:gd name="csX41" fmla="*/ 154565 w 335722"/>
                  <a:gd name="csY41" fmla="*/ 90671 h 228985"/>
                  <a:gd name="csX42" fmla="*/ 153273 w 335722"/>
                  <a:gd name="csY42" fmla="*/ 91964 h 228985"/>
                  <a:gd name="csX43" fmla="*/ 153273 w 335722"/>
                  <a:gd name="csY43" fmla="*/ 95842 h 228985"/>
                  <a:gd name="csX44" fmla="*/ 145701 w 335722"/>
                  <a:gd name="csY44" fmla="*/ 95842 h 228985"/>
                  <a:gd name="csX45" fmla="*/ 144409 w 335722"/>
                  <a:gd name="csY45" fmla="*/ 97134 h 228985"/>
                  <a:gd name="csX46" fmla="*/ 144409 w 335722"/>
                  <a:gd name="csY46" fmla="*/ 103598 h 228985"/>
                  <a:gd name="csX47" fmla="*/ 144963 w 335722"/>
                  <a:gd name="csY47" fmla="*/ 104152 h 228985"/>
                  <a:gd name="csX48" fmla="*/ 146625 w 335722"/>
                  <a:gd name="csY48" fmla="*/ 104152 h 228985"/>
                  <a:gd name="csX49" fmla="*/ 147179 w 335722"/>
                  <a:gd name="csY49" fmla="*/ 103598 h 228985"/>
                  <a:gd name="csX50" fmla="*/ 147179 w 335722"/>
                  <a:gd name="csY50" fmla="*/ 101566 h 228985"/>
                  <a:gd name="csX51" fmla="*/ 147733 w 335722"/>
                  <a:gd name="csY51" fmla="*/ 101012 h 228985"/>
                  <a:gd name="csX52" fmla="*/ 187805 w 335722"/>
                  <a:gd name="csY52" fmla="*/ 101012 h 228985"/>
                  <a:gd name="csX53" fmla="*/ 188359 w 335722"/>
                  <a:gd name="csY53" fmla="*/ 101566 h 228985"/>
                  <a:gd name="csX54" fmla="*/ 188359 w 335722"/>
                  <a:gd name="csY54" fmla="*/ 103598 h 228985"/>
                  <a:gd name="csX55" fmla="*/ 188913 w 335722"/>
                  <a:gd name="csY55" fmla="*/ 104152 h 228985"/>
                  <a:gd name="csX56" fmla="*/ 190391 w 335722"/>
                  <a:gd name="csY56" fmla="*/ 104152 h 228985"/>
                  <a:gd name="csX57" fmla="*/ 190945 w 335722"/>
                  <a:gd name="csY57" fmla="*/ 103598 h 228985"/>
                  <a:gd name="csX58" fmla="*/ 190945 w 335722"/>
                  <a:gd name="csY58" fmla="*/ 97134 h 228985"/>
                  <a:gd name="csX59" fmla="*/ 189652 w 335722"/>
                  <a:gd name="csY59" fmla="*/ 95842 h 228985"/>
                  <a:gd name="csX60" fmla="*/ 181711 w 335722"/>
                  <a:gd name="csY60" fmla="*/ 95842 h 228985"/>
                  <a:gd name="csX61" fmla="*/ 181711 w 335722"/>
                  <a:gd name="csY61" fmla="*/ 91964 h 228985"/>
                  <a:gd name="csX62" fmla="*/ 180419 w 335722"/>
                  <a:gd name="csY62" fmla="*/ 90671 h 228985"/>
                  <a:gd name="csX63" fmla="*/ 178941 w 335722"/>
                  <a:gd name="csY63" fmla="*/ 90671 h 228985"/>
                  <a:gd name="csX64" fmla="*/ 178941 w 335722"/>
                  <a:gd name="csY64" fmla="*/ 21606 h 228985"/>
                  <a:gd name="csX65" fmla="*/ 263149 w 335722"/>
                  <a:gd name="csY65" fmla="*/ 21606 h 228985"/>
                  <a:gd name="csX66" fmla="*/ 266288 w 335722"/>
                  <a:gd name="csY66" fmla="*/ 24745 h 228985"/>
                  <a:gd name="csX67" fmla="*/ 269612 w 335722"/>
                  <a:gd name="csY67" fmla="*/ 223631 h 228985"/>
                  <a:gd name="csX68" fmla="*/ 269797 w 335722"/>
                  <a:gd name="csY68" fmla="*/ 225477 h 228985"/>
                  <a:gd name="csX69" fmla="*/ 270166 w 335722"/>
                  <a:gd name="csY69" fmla="*/ 225662 h 228985"/>
                  <a:gd name="csX70" fmla="*/ 270720 w 335722"/>
                  <a:gd name="csY70" fmla="*/ 225662 h 228985"/>
                  <a:gd name="csX71" fmla="*/ 271090 w 335722"/>
                  <a:gd name="csY71" fmla="*/ 225293 h 228985"/>
                  <a:gd name="csX72" fmla="*/ 271090 w 335722"/>
                  <a:gd name="csY72" fmla="*/ 224739 h 228985"/>
                  <a:gd name="csX73" fmla="*/ 271459 w 335722"/>
                  <a:gd name="csY73" fmla="*/ 224369 h 228985"/>
                  <a:gd name="csX74" fmla="*/ 272013 w 335722"/>
                  <a:gd name="csY74" fmla="*/ 224369 h 228985"/>
                  <a:gd name="csX75" fmla="*/ 272013 w 335722"/>
                  <a:gd name="csY75" fmla="*/ 228432 h 228985"/>
                  <a:gd name="csX76" fmla="*/ 272382 w 335722"/>
                  <a:gd name="csY76" fmla="*/ 228986 h 228985"/>
                  <a:gd name="csX77" fmla="*/ 273121 w 335722"/>
                  <a:gd name="csY77" fmla="*/ 228986 h 228985"/>
                  <a:gd name="csX78" fmla="*/ 273490 w 335722"/>
                  <a:gd name="csY78" fmla="*/ 228617 h 228985"/>
                  <a:gd name="csX79" fmla="*/ 273490 w 335722"/>
                  <a:gd name="csY79" fmla="*/ 227693 h 228985"/>
                  <a:gd name="csX80" fmla="*/ 273860 w 335722"/>
                  <a:gd name="csY80" fmla="*/ 227324 h 228985"/>
                  <a:gd name="csX81" fmla="*/ 275706 w 335722"/>
                  <a:gd name="csY81" fmla="*/ 227324 h 228985"/>
                  <a:gd name="csX82" fmla="*/ 276076 w 335722"/>
                  <a:gd name="csY82" fmla="*/ 227693 h 228985"/>
                  <a:gd name="csX83" fmla="*/ 276076 w 335722"/>
                  <a:gd name="csY83" fmla="*/ 228617 h 228985"/>
                  <a:gd name="csX84" fmla="*/ 276445 w 335722"/>
                  <a:gd name="csY84" fmla="*/ 228986 h 228985"/>
                  <a:gd name="csX85" fmla="*/ 277184 w 335722"/>
                  <a:gd name="csY85" fmla="*/ 228986 h 228985"/>
                  <a:gd name="csX86" fmla="*/ 277553 w 335722"/>
                  <a:gd name="csY86" fmla="*/ 228432 h 228985"/>
                  <a:gd name="csX87" fmla="*/ 277553 w 335722"/>
                  <a:gd name="csY87" fmla="*/ 224369 h 228985"/>
                  <a:gd name="csX88" fmla="*/ 278107 w 335722"/>
                  <a:gd name="csY88" fmla="*/ 224369 h 228985"/>
                  <a:gd name="csX89" fmla="*/ 278476 w 335722"/>
                  <a:gd name="csY89" fmla="*/ 224739 h 228985"/>
                  <a:gd name="csX90" fmla="*/ 278476 w 335722"/>
                  <a:gd name="csY90" fmla="*/ 225293 h 228985"/>
                  <a:gd name="csX91" fmla="*/ 278846 w 335722"/>
                  <a:gd name="csY91" fmla="*/ 225662 h 228985"/>
                  <a:gd name="csX92" fmla="*/ 279584 w 335722"/>
                  <a:gd name="csY92" fmla="*/ 225662 h 228985"/>
                  <a:gd name="csX93" fmla="*/ 279954 w 335722"/>
                  <a:gd name="csY93" fmla="*/ 225477 h 228985"/>
                  <a:gd name="csX94" fmla="*/ 280138 w 335722"/>
                  <a:gd name="csY94" fmla="*/ 223631 h 228985"/>
                  <a:gd name="csX95" fmla="*/ 283462 w 335722"/>
                  <a:gd name="csY95" fmla="*/ 24745 h 228985"/>
                  <a:gd name="csX96" fmla="*/ 286602 w 335722"/>
                  <a:gd name="csY96" fmla="*/ 21606 h 228985"/>
                  <a:gd name="csX97" fmla="*/ 313748 w 335722"/>
                  <a:gd name="csY97" fmla="*/ 21606 h 228985"/>
                  <a:gd name="csX98" fmla="*/ 316702 w 335722"/>
                  <a:gd name="csY98" fmla="*/ 20683 h 228985"/>
                  <a:gd name="csX99" fmla="*/ 334430 w 335722"/>
                  <a:gd name="csY99" fmla="*/ 8310 h 228985"/>
                  <a:gd name="csX100" fmla="*/ 335723 w 335722"/>
                  <a:gd name="csY100" fmla="*/ 5725 h 228985"/>
                  <a:gd name="csX101" fmla="*/ 335723 w 335722"/>
                  <a:gd name="csY101" fmla="*/ 1293 h 228985"/>
                  <a:gd name="csX102" fmla="*/ 334430 w 335722"/>
                  <a:gd name="csY102" fmla="*/ 0 h 228985"/>
                  <a:gd name="csX103" fmla="*/ 64264 w 335722"/>
                  <a:gd name="csY103" fmla="*/ 222892 h 228985"/>
                  <a:gd name="csX104" fmla="*/ 63894 w 335722"/>
                  <a:gd name="csY104" fmla="*/ 223261 h 228985"/>
                  <a:gd name="csX105" fmla="*/ 63340 w 335722"/>
                  <a:gd name="csY105" fmla="*/ 223261 h 228985"/>
                  <a:gd name="csX106" fmla="*/ 63340 w 335722"/>
                  <a:gd name="csY106" fmla="*/ 219014 h 228985"/>
                  <a:gd name="csX107" fmla="*/ 62971 w 335722"/>
                  <a:gd name="csY107" fmla="*/ 218645 h 228985"/>
                  <a:gd name="csX108" fmla="*/ 62232 w 335722"/>
                  <a:gd name="csY108" fmla="*/ 218645 h 228985"/>
                  <a:gd name="csX109" fmla="*/ 61863 w 335722"/>
                  <a:gd name="csY109" fmla="*/ 219014 h 228985"/>
                  <a:gd name="csX110" fmla="*/ 61863 w 335722"/>
                  <a:gd name="csY110" fmla="*/ 220122 h 228985"/>
                  <a:gd name="csX111" fmla="*/ 61494 w 335722"/>
                  <a:gd name="csY111" fmla="*/ 220491 h 228985"/>
                  <a:gd name="csX112" fmla="*/ 59647 w 335722"/>
                  <a:gd name="csY112" fmla="*/ 220491 h 228985"/>
                  <a:gd name="csX113" fmla="*/ 59278 w 335722"/>
                  <a:gd name="csY113" fmla="*/ 220122 h 228985"/>
                  <a:gd name="csX114" fmla="*/ 59278 w 335722"/>
                  <a:gd name="csY114" fmla="*/ 219014 h 228985"/>
                  <a:gd name="csX115" fmla="*/ 58908 w 335722"/>
                  <a:gd name="csY115" fmla="*/ 218645 h 228985"/>
                  <a:gd name="csX116" fmla="*/ 58170 w 335722"/>
                  <a:gd name="csY116" fmla="*/ 218645 h 228985"/>
                  <a:gd name="csX117" fmla="*/ 57800 w 335722"/>
                  <a:gd name="csY117" fmla="*/ 219014 h 228985"/>
                  <a:gd name="csX118" fmla="*/ 57800 w 335722"/>
                  <a:gd name="csY118" fmla="*/ 223261 h 228985"/>
                  <a:gd name="csX119" fmla="*/ 57246 w 335722"/>
                  <a:gd name="csY119" fmla="*/ 223261 h 228985"/>
                  <a:gd name="csX120" fmla="*/ 56877 w 335722"/>
                  <a:gd name="csY120" fmla="*/ 222892 h 228985"/>
                  <a:gd name="csX121" fmla="*/ 56877 w 335722"/>
                  <a:gd name="csY121" fmla="*/ 218091 h 228985"/>
                  <a:gd name="csX122" fmla="*/ 57431 w 335722"/>
                  <a:gd name="csY122" fmla="*/ 217537 h 228985"/>
                  <a:gd name="csX123" fmla="*/ 63156 w 335722"/>
                  <a:gd name="csY123" fmla="*/ 217537 h 228985"/>
                  <a:gd name="csX124" fmla="*/ 63710 w 335722"/>
                  <a:gd name="csY124" fmla="*/ 218091 h 228985"/>
                  <a:gd name="csX125" fmla="*/ 63710 w 335722"/>
                  <a:gd name="csY125" fmla="*/ 222892 h 228985"/>
                  <a:gd name="csX126" fmla="*/ 176910 w 335722"/>
                  <a:gd name="csY126" fmla="*/ 90856 h 228985"/>
                  <a:gd name="csX127" fmla="*/ 158813 w 335722"/>
                  <a:gd name="csY127" fmla="*/ 90856 h 228985"/>
                  <a:gd name="csX128" fmla="*/ 158813 w 335722"/>
                  <a:gd name="csY128" fmla="*/ 21606 h 228985"/>
                  <a:gd name="csX129" fmla="*/ 176910 w 335722"/>
                  <a:gd name="csY129" fmla="*/ 21606 h 228985"/>
                  <a:gd name="csX130" fmla="*/ 176910 w 335722"/>
                  <a:gd name="csY130" fmla="*/ 90856 h 228985"/>
                  <a:gd name="csX131" fmla="*/ 278476 w 335722"/>
                  <a:gd name="csY131" fmla="*/ 222892 h 228985"/>
                  <a:gd name="csX132" fmla="*/ 278107 w 335722"/>
                  <a:gd name="csY132" fmla="*/ 223261 h 228985"/>
                  <a:gd name="csX133" fmla="*/ 277553 w 335722"/>
                  <a:gd name="csY133" fmla="*/ 223261 h 228985"/>
                  <a:gd name="csX134" fmla="*/ 277553 w 335722"/>
                  <a:gd name="csY134" fmla="*/ 219014 h 228985"/>
                  <a:gd name="csX135" fmla="*/ 277184 w 335722"/>
                  <a:gd name="csY135" fmla="*/ 218645 h 228985"/>
                  <a:gd name="csX136" fmla="*/ 276445 w 335722"/>
                  <a:gd name="csY136" fmla="*/ 218645 h 228985"/>
                  <a:gd name="csX137" fmla="*/ 276076 w 335722"/>
                  <a:gd name="csY137" fmla="*/ 219014 h 228985"/>
                  <a:gd name="csX138" fmla="*/ 276076 w 335722"/>
                  <a:gd name="csY138" fmla="*/ 220122 h 228985"/>
                  <a:gd name="csX139" fmla="*/ 275706 w 335722"/>
                  <a:gd name="csY139" fmla="*/ 220491 h 228985"/>
                  <a:gd name="csX140" fmla="*/ 273860 w 335722"/>
                  <a:gd name="csY140" fmla="*/ 220491 h 228985"/>
                  <a:gd name="csX141" fmla="*/ 273490 w 335722"/>
                  <a:gd name="csY141" fmla="*/ 220122 h 228985"/>
                  <a:gd name="csX142" fmla="*/ 273490 w 335722"/>
                  <a:gd name="csY142" fmla="*/ 219014 h 228985"/>
                  <a:gd name="csX143" fmla="*/ 273121 w 335722"/>
                  <a:gd name="csY143" fmla="*/ 218645 h 228985"/>
                  <a:gd name="csX144" fmla="*/ 272382 w 335722"/>
                  <a:gd name="csY144" fmla="*/ 218645 h 228985"/>
                  <a:gd name="csX145" fmla="*/ 272013 w 335722"/>
                  <a:gd name="csY145" fmla="*/ 219014 h 228985"/>
                  <a:gd name="csX146" fmla="*/ 272013 w 335722"/>
                  <a:gd name="csY146" fmla="*/ 223261 h 228985"/>
                  <a:gd name="csX147" fmla="*/ 271459 w 335722"/>
                  <a:gd name="csY147" fmla="*/ 223261 h 228985"/>
                  <a:gd name="csX148" fmla="*/ 271090 w 335722"/>
                  <a:gd name="csY148" fmla="*/ 222892 h 228985"/>
                  <a:gd name="csX149" fmla="*/ 271090 w 335722"/>
                  <a:gd name="csY149" fmla="*/ 217906 h 228985"/>
                  <a:gd name="csX150" fmla="*/ 271644 w 335722"/>
                  <a:gd name="csY150" fmla="*/ 217352 h 228985"/>
                  <a:gd name="csX151" fmla="*/ 277368 w 335722"/>
                  <a:gd name="csY151" fmla="*/ 217352 h 228985"/>
                  <a:gd name="csX152" fmla="*/ 277922 w 335722"/>
                  <a:gd name="csY152" fmla="*/ 217906 h 228985"/>
                  <a:gd name="csX153" fmla="*/ 277922 w 335722"/>
                  <a:gd name="csY153" fmla="*/ 222892 h 2289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</a:cxnLst>
                <a:rect l="l" t="t" r="r" b="b"/>
                <a:pathLst>
                  <a:path w="335722" h="228985">
                    <a:moveTo>
                      <a:pt x="334430" y="0"/>
                    </a:moveTo>
                    <a:lnTo>
                      <a:pt x="1293" y="0"/>
                    </a:lnTo>
                    <a:cubicBezTo>
                      <a:pt x="554" y="0"/>
                      <a:pt x="0" y="554"/>
                      <a:pt x="0" y="1293"/>
                    </a:cubicBezTo>
                    <a:lnTo>
                      <a:pt x="0" y="5725"/>
                    </a:lnTo>
                    <a:cubicBezTo>
                      <a:pt x="0" y="6833"/>
                      <a:pt x="554" y="7756"/>
                      <a:pt x="1293" y="8310"/>
                    </a:cubicBezTo>
                    <a:lnTo>
                      <a:pt x="19021" y="20683"/>
                    </a:lnTo>
                    <a:cubicBezTo>
                      <a:pt x="19944" y="21237"/>
                      <a:pt x="20867" y="21606"/>
                      <a:pt x="21975" y="21606"/>
                    </a:cubicBezTo>
                    <a:lnTo>
                      <a:pt x="49306" y="21606"/>
                    </a:lnTo>
                    <a:cubicBezTo>
                      <a:pt x="50968" y="21606"/>
                      <a:pt x="52445" y="22899"/>
                      <a:pt x="52445" y="24745"/>
                    </a:cubicBezTo>
                    <a:lnTo>
                      <a:pt x="55769" y="223631"/>
                    </a:lnTo>
                    <a:lnTo>
                      <a:pt x="55954" y="225477"/>
                    </a:lnTo>
                    <a:cubicBezTo>
                      <a:pt x="55954" y="225662"/>
                      <a:pt x="56138" y="225662"/>
                      <a:pt x="56323" y="225662"/>
                    </a:cubicBezTo>
                    <a:lnTo>
                      <a:pt x="57062" y="225662"/>
                    </a:lnTo>
                    <a:cubicBezTo>
                      <a:pt x="57246" y="225662"/>
                      <a:pt x="57431" y="225477"/>
                      <a:pt x="57431" y="225293"/>
                    </a:cubicBezTo>
                    <a:lnTo>
                      <a:pt x="57431" y="224739"/>
                    </a:lnTo>
                    <a:cubicBezTo>
                      <a:pt x="57431" y="224554"/>
                      <a:pt x="57616" y="224369"/>
                      <a:pt x="57800" y="224369"/>
                    </a:cubicBezTo>
                    <a:lnTo>
                      <a:pt x="58354" y="224369"/>
                    </a:lnTo>
                    <a:lnTo>
                      <a:pt x="58354" y="228432"/>
                    </a:lnTo>
                    <a:cubicBezTo>
                      <a:pt x="58354" y="228986"/>
                      <a:pt x="58539" y="228986"/>
                      <a:pt x="58724" y="228986"/>
                    </a:cubicBezTo>
                    <a:lnTo>
                      <a:pt x="59462" y="228986"/>
                    </a:lnTo>
                    <a:cubicBezTo>
                      <a:pt x="59647" y="228986"/>
                      <a:pt x="59832" y="228801"/>
                      <a:pt x="59832" y="228617"/>
                    </a:cubicBezTo>
                    <a:lnTo>
                      <a:pt x="59832" y="227693"/>
                    </a:lnTo>
                    <a:cubicBezTo>
                      <a:pt x="59832" y="227509"/>
                      <a:pt x="60016" y="227324"/>
                      <a:pt x="60201" y="227324"/>
                    </a:cubicBezTo>
                    <a:lnTo>
                      <a:pt x="62048" y="227324"/>
                    </a:lnTo>
                    <a:cubicBezTo>
                      <a:pt x="62232" y="227324"/>
                      <a:pt x="62417" y="227509"/>
                      <a:pt x="62417" y="227693"/>
                    </a:cubicBezTo>
                    <a:lnTo>
                      <a:pt x="62417" y="228617"/>
                    </a:lnTo>
                    <a:cubicBezTo>
                      <a:pt x="62417" y="228801"/>
                      <a:pt x="62602" y="228986"/>
                      <a:pt x="62786" y="228986"/>
                    </a:cubicBezTo>
                    <a:lnTo>
                      <a:pt x="63525" y="228986"/>
                    </a:lnTo>
                    <a:cubicBezTo>
                      <a:pt x="63710" y="228986"/>
                      <a:pt x="63894" y="228801"/>
                      <a:pt x="63894" y="228432"/>
                    </a:cubicBezTo>
                    <a:lnTo>
                      <a:pt x="63894" y="224369"/>
                    </a:lnTo>
                    <a:lnTo>
                      <a:pt x="64448" y="224369"/>
                    </a:lnTo>
                    <a:cubicBezTo>
                      <a:pt x="64633" y="224369"/>
                      <a:pt x="64818" y="224554"/>
                      <a:pt x="64818" y="224739"/>
                    </a:cubicBezTo>
                    <a:lnTo>
                      <a:pt x="64818" y="225293"/>
                    </a:lnTo>
                    <a:cubicBezTo>
                      <a:pt x="64818" y="225477"/>
                      <a:pt x="65002" y="225662"/>
                      <a:pt x="65187" y="225662"/>
                    </a:cubicBezTo>
                    <a:lnTo>
                      <a:pt x="65741" y="225662"/>
                    </a:lnTo>
                    <a:cubicBezTo>
                      <a:pt x="65926" y="225662"/>
                      <a:pt x="66110" y="225477"/>
                      <a:pt x="66110" y="225477"/>
                    </a:cubicBezTo>
                    <a:lnTo>
                      <a:pt x="66295" y="223631"/>
                    </a:lnTo>
                    <a:lnTo>
                      <a:pt x="69619" y="24745"/>
                    </a:lnTo>
                    <a:cubicBezTo>
                      <a:pt x="69619" y="23083"/>
                      <a:pt x="71096" y="21606"/>
                      <a:pt x="72758" y="21606"/>
                    </a:cubicBezTo>
                    <a:lnTo>
                      <a:pt x="156781" y="21606"/>
                    </a:lnTo>
                    <a:lnTo>
                      <a:pt x="156781" y="90671"/>
                    </a:lnTo>
                    <a:lnTo>
                      <a:pt x="154565" y="90671"/>
                    </a:lnTo>
                    <a:cubicBezTo>
                      <a:pt x="153827" y="90671"/>
                      <a:pt x="153273" y="91225"/>
                      <a:pt x="153273" y="91964"/>
                    </a:cubicBezTo>
                    <a:lnTo>
                      <a:pt x="153273" y="95842"/>
                    </a:lnTo>
                    <a:lnTo>
                      <a:pt x="145701" y="95842"/>
                    </a:lnTo>
                    <a:cubicBezTo>
                      <a:pt x="144963" y="95842"/>
                      <a:pt x="144409" y="96396"/>
                      <a:pt x="144409" y="97134"/>
                    </a:cubicBezTo>
                    <a:lnTo>
                      <a:pt x="144409" y="103598"/>
                    </a:lnTo>
                    <a:cubicBezTo>
                      <a:pt x="144409" y="103967"/>
                      <a:pt x="144778" y="104152"/>
                      <a:pt x="144963" y="104152"/>
                    </a:cubicBezTo>
                    <a:lnTo>
                      <a:pt x="146625" y="104152"/>
                    </a:lnTo>
                    <a:cubicBezTo>
                      <a:pt x="146994" y="104152"/>
                      <a:pt x="147179" y="103782"/>
                      <a:pt x="147179" y="103598"/>
                    </a:cubicBezTo>
                    <a:lnTo>
                      <a:pt x="147179" y="101566"/>
                    </a:lnTo>
                    <a:cubicBezTo>
                      <a:pt x="147179" y="101197"/>
                      <a:pt x="147548" y="101012"/>
                      <a:pt x="147733" y="101012"/>
                    </a:cubicBezTo>
                    <a:lnTo>
                      <a:pt x="187805" y="101012"/>
                    </a:lnTo>
                    <a:cubicBezTo>
                      <a:pt x="188175" y="101012"/>
                      <a:pt x="188359" y="101382"/>
                      <a:pt x="188359" y="101566"/>
                    </a:cubicBezTo>
                    <a:lnTo>
                      <a:pt x="188359" y="103598"/>
                    </a:lnTo>
                    <a:cubicBezTo>
                      <a:pt x="188359" y="103967"/>
                      <a:pt x="188729" y="104152"/>
                      <a:pt x="188913" y="104152"/>
                    </a:cubicBezTo>
                    <a:lnTo>
                      <a:pt x="190391" y="104152"/>
                    </a:lnTo>
                    <a:cubicBezTo>
                      <a:pt x="190760" y="104152"/>
                      <a:pt x="190945" y="103782"/>
                      <a:pt x="190945" y="103598"/>
                    </a:cubicBezTo>
                    <a:lnTo>
                      <a:pt x="190945" y="97134"/>
                    </a:lnTo>
                    <a:cubicBezTo>
                      <a:pt x="190945" y="96396"/>
                      <a:pt x="190391" y="95842"/>
                      <a:pt x="189652" y="95842"/>
                    </a:cubicBezTo>
                    <a:lnTo>
                      <a:pt x="181711" y="95842"/>
                    </a:lnTo>
                    <a:lnTo>
                      <a:pt x="181711" y="91964"/>
                    </a:lnTo>
                    <a:cubicBezTo>
                      <a:pt x="181711" y="91225"/>
                      <a:pt x="181157" y="90671"/>
                      <a:pt x="180419" y="90671"/>
                    </a:cubicBezTo>
                    <a:lnTo>
                      <a:pt x="178941" y="90671"/>
                    </a:lnTo>
                    <a:lnTo>
                      <a:pt x="178941" y="21606"/>
                    </a:lnTo>
                    <a:lnTo>
                      <a:pt x="263149" y="21606"/>
                    </a:lnTo>
                    <a:cubicBezTo>
                      <a:pt x="264811" y="21606"/>
                      <a:pt x="266288" y="22899"/>
                      <a:pt x="266288" y="24745"/>
                    </a:cubicBezTo>
                    <a:lnTo>
                      <a:pt x="269612" y="223631"/>
                    </a:lnTo>
                    <a:lnTo>
                      <a:pt x="269797" y="225477"/>
                    </a:lnTo>
                    <a:cubicBezTo>
                      <a:pt x="269797" y="225662"/>
                      <a:pt x="269982" y="225662"/>
                      <a:pt x="270166" y="225662"/>
                    </a:cubicBezTo>
                    <a:lnTo>
                      <a:pt x="270720" y="225662"/>
                    </a:lnTo>
                    <a:cubicBezTo>
                      <a:pt x="270905" y="225662"/>
                      <a:pt x="271090" y="225477"/>
                      <a:pt x="271090" y="225293"/>
                    </a:cubicBezTo>
                    <a:lnTo>
                      <a:pt x="271090" y="224739"/>
                    </a:lnTo>
                    <a:cubicBezTo>
                      <a:pt x="271090" y="224554"/>
                      <a:pt x="271274" y="224369"/>
                      <a:pt x="271459" y="224369"/>
                    </a:cubicBezTo>
                    <a:lnTo>
                      <a:pt x="272013" y="224369"/>
                    </a:lnTo>
                    <a:lnTo>
                      <a:pt x="272013" y="228432"/>
                    </a:lnTo>
                    <a:cubicBezTo>
                      <a:pt x="272013" y="228986"/>
                      <a:pt x="272198" y="228986"/>
                      <a:pt x="272382" y="228986"/>
                    </a:cubicBezTo>
                    <a:lnTo>
                      <a:pt x="273121" y="228986"/>
                    </a:lnTo>
                    <a:cubicBezTo>
                      <a:pt x="273306" y="228986"/>
                      <a:pt x="273490" y="228801"/>
                      <a:pt x="273490" y="228617"/>
                    </a:cubicBezTo>
                    <a:lnTo>
                      <a:pt x="273490" y="227693"/>
                    </a:lnTo>
                    <a:cubicBezTo>
                      <a:pt x="273490" y="227509"/>
                      <a:pt x="273675" y="227324"/>
                      <a:pt x="273860" y="227324"/>
                    </a:cubicBezTo>
                    <a:lnTo>
                      <a:pt x="275706" y="227324"/>
                    </a:lnTo>
                    <a:cubicBezTo>
                      <a:pt x="275891" y="227324"/>
                      <a:pt x="276076" y="227509"/>
                      <a:pt x="276076" y="227693"/>
                    </a:cubicBezTo>
                    <a:lnTo>
                      <a:pt x="276076" y="228617"/>
                    </a:lnTo>
                    <a:cubicBezTo>
                      <a:pt x="276076" y="228801"/>
                      <a:pt x="276260" y="228986"/>
                      <a:pt x="276445" y="228986"/>
                    </a:cubicBezTo>
                    <a:lnTo>
                      <a:pt x="277184" y="228986"/>
                    </a:lnTo>
                    <a:cubicBezTo>
                      <a:pt x="277368" y="228986"/>
                      <a:pt x="277553" y="228801"/>
                      <a:pt x="277553" y="228432"/>
                    </a:cubicBezTo>
                    <a:lnTo>
                      <a:pt x="277553" y="224369"/>
                    </a:lnTo>
                    <a:lnTo>
                      <a:pt x="278107" y="224369"/>
                    </a:lnTo>
                    <a:cubicBezTo>
                      <a:pt x="278292" y="224369"/>
                      <a:pt x="278476" y="224554"/>
                      <a:pt x="278476" y="224739"/>
                    </a:cubicBezTo>
                    <a:lnTo>
                      <a:pt x="278476" y="225293"/>
                    </a:lnTo>
                    <a:cubicBezTo>
                      <a:pt x="278476" y="225477"/>
                      <a:pt x="278661" y="225662"/>
                      <a:pt x="278846" y="225662"/>
                    </a:cubicBezTo>
                    <a:lnTo>
                      <a:pt x="279584" y="225662"/>
                    </a:lnTo>
                    <a:cubicBezTo>
                      <a:pt x="279769" y="225662"/>
                      <a:pt x="279954" y="225477"/>
                      <a:pt x="279954" y="225477"/>
                    </a:cubicBezTo>
                    <a:lnTo>
                      <a:pt x="280138" y="223631"/>
                    </a:lnTo>
                    <a:lnTo>
                      <a:pt x="283462" y="24745"/>
                    </a:lnTo>
                    <a:cubicBezTo>
                      <a:pt x="283462" y="23083"/>
                      <a:pt x="284940" y="21606"/>
                      <a:pt x="286602" y="21606"/>
                    </a:cubicBezTo>
                    <a:lnTo>
                      <a:pt x="313748" y="21606"/>
                    </a:lnTo>
                    <a:cubicBezTo>
                      <a:pt x="314856" y="21606"/>
                      <a:pt x="315779" y="21237"/>
                      <a:pt x="316702" y="20683"/>
                    </a:cubicBezTo>
                    <a:lnTo>
                      <a:pt x="334430" y="8310"/>
                    </a:lnTo>
                    <a:cubicBezTo>
                      <a:pt x="335353" y="7756"/>
                      <a:pt x="335723" y="6833"/>
                      <a:pt x="335723" y="5725"/>
                    </a:cubicBezTo>
                    <a:lnTo>
                      <a:pt x="335723" y="1293"/>
                    </a:lnTo>
                    <a:cubicBezTo>
                      <a:pt x="335723" y="739"/>
                      <a:pt x="335169" y="0"/>
                      <a:pt x="334430" y="0"/>
                    </a:cubicBezTo>
                    <a:close/>
                    <a:moveTo>
                      <a:pt x="64264" y="222892"/>
                    </a:moveTo>
                    <a:cubicBezTo>
                      <a:pt x="64264" y="223077"/>
                      <a:pt x="64079" y="223261"/>
                      <a:pt x="63894" y="223261"/>
                    </a:cubicBezTo>
                    <a:lnTo>
                      <a:pt x="63340" y="223261"/>
                    </a:lnTo>
                    <a:lnTo>
                      <a:pt x="63340" y="219014"/>
                    </a:lnTo>
                    <a:cubicBezTo>
                      <a:pt x="63340" y="218829"/>
                      <a:pt x="63156" y="218645"/>
                      <a:pt x="62971" y="218645"/>
                    </a:cubicBezTo>
                    <a:lnTo>
                      <a:pt x="62232" y="218645"/>
                    </a:lnTo>
                    <a:cubicBezTo>
                      <a:pt x="62048" y="218645"/>
                      <a:pt x="61863" y="218829"/>
                      <a:pt x="61863" y="219014"/>
                    </a:cubicBezTo>
                    <a:lnTo>
                      <a:pt x="61863" y="220122"/>
                    </a:lnTo>
                    <a:cubicBezTo>
                      <a:pt x="61863" y="220307"/>
                      <a:pt x="61678" y="220491"/>
                      <a:pt x="61494" y="220491"/>
                    </a:cubicBezTo>
                    <a:lnTo>
                      <a:pt x="59647" y="220491"/>
                    </a:lnTo>
                    <a:cubicBezTo>
                      <a:pt x="59462" y="220491"/>
                      <a:pt x="59278" y="220307"/>
                      <a:pt x="59278" y="220122"/>
                    </a:cubicBezTo>
                    <a:lnTo>
                      <a:pt x="59278" y="219014"/>
                    </a:lnTo>
                    <a:cubicBezTo>
                      <a:pt x="59278" y="218829"/>
                      <a:pt x="59093" y="218645"/>
                      <a:pt x="58908" y="218645"/>
                    </a:cubicBezTo>
                    <a:lnTo>
                      <a:pt x="58170" y="218645"/>
                    </a:lnTo>
                    <a:cubicBezTo>
                      <a:pt x="57985" y="218645"/>
                      <a:pt x="57800" y="218829"/>
                      <a:pt x="57800" y="219014"/>
                    </a:cubicBezTo>
                    <a:lnTo>
                      <a:pt x="57800" y="223261"/>
                    </a:lnTo>
                    <a:lnTo>
                      <a:pt x="57246" y="223261"/>
                    </a:lnTo>
                    <a:cubicBezTo>
                      <a:pt x="57062" y="223261"/>
                      <a:pt x="56877" y="223077"/>
                      <a:pt x="56877" y="222892"/>
                    </a:cubicBezTo>
                    <a:lnTo>
                      <a:pt x="56877" y="218091"/>
                    </a:lnTo>
                    <a:cubicBezTo>
                      <a:pt x="56877" y="217721"/>
                      <a:pt x="57246" y="217537"/>
                      <a:pt x="57431" y="217537"/>
                    </a:cubicBezTo>
                    <a:lnTo>
                      <a:pt x="63156" y="217537"/>
                    </a:lnTo>
                    <a:cubicBezTo>
                      <a:pt x="63525" y="217537"/>
                      <a:pt x="63710" y="217906"/>
                      <a:pt x="63710" y="218091"/>
                    </a:cubicBezTo>
                    <a:lnTo>
                      <a:pt x="63710" y="222892"/>
                    </a:lnTo>
                    <a:close/>
                    <a:moveTo>
                      <a:pt x="176910" y="90856"/>
                    </a:moveTo>
                    <a:lnTo>
                      <a:pt x="158813" y="90856"/>
                    </a:lnTo>
                    <a:lnTo>
                      <a:pt x="158813" y="21606"/>
                    </a:lnTo>
                    <a:lnTo>
                      <a:pt x="176910" y="21606"/>
                    </a:lnTo>
                    <a:lnTo>
                      <a:pt x="176910" y="90856"/>
                    </a:lnTo>
                    <a:close/>
                    <a:moveTo>
                      <a:pt x="278476" y="222892"/>
                    </a:moveTo>
                    <a:cubicBezTo>
                      <a:pt x="278476" y="223077"/>
                      <a:pt x="278292" y="223261"/>
                      <a:pt x="278107" y="223261"/>
                    </a:cubicBezTo>
                    <a:lnTo>
                      <a:pt x="277553" y="223261"/>
                    </a:lnTo>
                    <a:lnTo>
                      <a:pt x="277553" y="219014"/>
                    </a:lnTo>
                    <a:cubicBezTo>
                      <a:pt x="277553" y="218829"/>
                      <a:pt x="277368" y="218645"/>
                      <a:pt x="277184" y="218645"/>
                    </a:cubicBezTo>
                    <a:lnTo>
                      <a:pt x="276445" y="218645"/>
                    </a:lnTo>
                    <a:cubicBezTo>
                      <a:pt x="276260" y="218645"/>
                      <a:pt x="276076" y="218829"/>
                      <a:pt x="276076" y="219014"/>
                    </a:cubicBezTo>
                    <a:lnTo>
                      <a:pt x="276076" y="220122"/>
                    </a:lnTo>
                    <a:cubicBezTo>
                      <a:pt x="276076" y="220307"/>
                      <a:pt x="275891" y="220491"/>
                      <a:pt x="275706" y="220491"/>
                    </a:cubicBezTo>
                    <a:lnTo>
                      <a:pt x="273860" y="220491"/>
                    </a:lnTo>
                    <a:cubicBezTo>
                      <a:pt x="273675" y="220491"/>
                      <a:pt x="273490" y="220307"/>
                      <a:pt x="273490" y="220122"/>
                    </a:cubicBezTo>
                    <a:lnTo>
                      <a:pt x="273490" y="219014"/>
                    </a:lnTo>
                    <a:cubicBezTo>
                      <a:pt x="273490" y="218829"/>
                      <a:pt x="273306" y="218645"/>
                      <a:pt x="273121" y="218645"/>
                    </a:cubicBezTo>
                    <a:lnTo>
                      <a:pt x="272382" y="218645"/>
                    </a:lnTo>
                    <a:cubicBezTo>
                      <a:pt x="272198" y="218645"/>
                      <a:pt x="272013" y="218829"/>
                      <a:pt x="272013" y="219014"/>
                    </a:cubicBezTo>
                    <a:lnTo>
                      <a:pt x="272013" y="223261"/>
                    </a:lnTo>
                    <a:lnTo>
                      <a:pt x="271459" y="223261"/>
                    </a:lnTo>
                    <a:cubicBezTo>
                      <a:pt x="271274" y="223261"/>
                      <a:pt x="271090" y="223077"/>
                      <a:pt x="271090" y="222892"/>
                    </a:cubicBezTo>
                    <a:lnTo>
                      <a:pt x="271090" y="217906"/>
                    </a:lnTo>
                    <a:cubicBezTo>
                      <a:pt x="271090" y="217537"/>
                      <a:pt x="271459" y="217352"/>
                      <a:pt x="271644" y="217352"/>
                    </a:cubicBezTo>
                    <a:lnTo>
                      <a:pt x="277368" y="217352"/>
                    </a:lnTo>
                    <a:cubicBezTo>
                      <a:pt x="277738" y="217352"/>
                      <a:pt x="277922" y="217721"/>
                      <a:pt x="277922" y="217906"/>
                    </a:cubicBezTo>
                    <a:lnTo>
                      <a:pt x="277922" y="222892"/>
                    </a:lnTo>
                    <a:close/>
                  </a:path>
                </a:pathLst>
              </a:custGeom>
              <a:grpFill/>
              <a:ln w="35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484BB53C-E57E-2E76-DF4F-5ADBB5033276}"/>
                  </a:ext>
                </a:extLst>
              </p:cNvPr>
              <p:cNvSpPr/>
              <p:nvPr/>
            </p:nvSpPr>
            <p:spPr>
              <a:xfrm>
                <a:off x="3239470" y="2689888"/>
                <a:ext cx="16435" cy="16435"/>
              </a:xfrm>
              <a:custGeom>
                <a:avLst/>
                <a:gdLst>
                  <a:gd name="csX0" fmla="*/ 14589 w 16435"/>
                  <a:gd name="csY0" fmla="*/ 16435 h 16435"/>
                  <a:gd name="csX1" fmla="*/ 6833 w 16435"/>
                  <a:gd name="csY1" fmla="*/ 16435 h 16435"/>
                  <a:gd name="csX2" fmla="*/ 5540 w 16435"/>
                  <a:gd name="csY2" fmla="*/ 15881 h 16435"/>
                  <a:gd name="csX3" fmla="*/ 554 w 16435"/>
                  <a:gd name="csY3" fmla="*/ 10895 h 16435"/>
                  <a:gd name="csX4" fmla="*/ 0 w 16435"/>
                  <a:gd name="csY4" fmla="*/ 9603 h 16435"/>
                  <a:gd name="csX5" fmla="*/ 0 w 16435"/>
                  <a:gd name="csY5" fmla="*/ 1847 h 16435"/>
                  <a:gd name="csX6" fmla="*/ 1847 w 16435"/>
                  <a:gd name="csY6" fmla="*/ 0 h 16435"/>
                  <a:gd name="csX7" fmla="*/ 14589 w 16435"/>
                  <a:gd name="csY7" fmla="*/ 0 h 16435"/>
                  <a:gd name="csX8" fmla="*/ 16435 w 16435"/>
                  <a:gd name="csY8" fmla="*/ 1847 h 16435"/>
                  <a:gd name="csX9" fmla="*/ 16435 w 16435"/>
                  <a:gd name="csY9" fmla="*/ 14589 h 16435"/>
                  <a:gd name="csX10" fmla="*/ 14589 w 16435"/>
                  <a:gd name="csY10" fmla="*/ 16435 h 164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6435" h="16435">
                    <a:moveTo>
                      <a:pt x="14589" y="16435"/>
                    </a:moveTo>
                    <a:lnTo>
                      <a:pt x="6833" y="16435"/>
                    </a:lnTo>
                    <a:cubicBezTo>
                      <a:pt x="6279" y="16435"/>
                      <a:pt x="5909" y="16251"/>
                      <a:pt x="5540" y="15881"/>
                    </a:cubicBezTo>
                    <a:lnTo>
                      <a:pt x="554" y="10895"/>
                    </a:lnTo>
                    <a:cubicBezTo>
                      <a:pt x="185" y="10711"/>
                      <a:pt x="0" y="10157"/>
                      <a:pt x="0" y="9603"/>
                    </a:cubicBezTo>
                    <a:lnTo>
                      <a:pt x="0" y="1847"/>
                    </a:lnTo>
                    <a:cubicBezTo>
                      <a:pt x="0" y="739"/>
                      <a:pt x="923" y="0"/>
                      <a:pt x="1847" y="0"/>
                    </a:cubicBezTo>
                    <a:lnTo>
                      <a:pt x="14589" y="0"/>
                    </a:lnTo>
                    <a:cubicBezTo>
                      <a:pt x="15697" y="0"/>
                      <a:pt x="16435" y="923"/>
                      <a:pt x="16435" y="1847"/>
                    </a:cubicBezTo>
                    <a:lnTo>
                      <a:pt x="16435" y="14589"/>
                    </a:lnTo>
                    <a:cubicBezTo>
                      <a:pt x="16435" y="15697"/>
                      <a:pt x="15697" y="16435"/>
                      <a:pt x="14589" y="16435"/>
                    </a:cubicBezTo>
                    <a:close/>
                  </a:path>
                </a:pathLst>
              </a:custGeom>
              <a:grpFill/>
              <a:ln w="35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2" name="文本框 91">
            <a:extLst>
              <a:ext uri="{FF2B5EF4-FFF2-40B4-BE49-F238E27FC236}">
                <a16:creationId xmlns:a16="http://schemas.microsoft.com/office/drawing/2014/main" id="{6638BCE9-9FA9-5AB2-0EBF-2D82804E99EA}"/>
              </a:ext>
            </a:extLst>
          </p:cNvPr>
          <p:cNvSpPr txBox="1"/>
          <p:nvPr/>
        </p:nvSpPr>
        <p:spPr>
          <a:xfrm>
            <a:off x="1046984" y="2187273"/>
            <a:ext cx="513415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defTabSz="457200">
              <a:defRPr b="1">
                <a:gradFill>
                  <a:gsLst>
                    <a:gs pos="0">
                      <a:srgbClr val="1E46D1">
                        <a:alpha val="80000"/>
                      </a:srgbClr>
                    </a:gs>
                    <a:gs pos="100000">
                      <a:srgbClr val="1E46D1">
                        <a:lumMod val="75000"/>
                      </a:srgbClr>
                    </a:gs>
                  </a:gsLst>
                  <a:lin ang="5400000" scaled="0"/>
                </a:gradFill>
                <a:effectLst>
                  <a:outerShdw blurRad="261032" dist="152400" dir="5400000" algn="t" rotWithShape="0">
                    <a:srgbClr val="1E46D1">
                      <a:alpha val="5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OPPOSans H" pitchFamily="18" charset="-122"/>
              </a:defRPr>
            </a:lvl1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项目架构图</a:t>
            </a:r>
          </a:p>
        </p:txBody>
      </p:sp>
    </p:spTree>
    <p:extLst>
      <p:ext uri="{BB962C8B-B14F-4D97-AF65-F5344CB8AC3E}">
        <p14:creationId xmlns:p14="http://schemas.microsoft.com/office/powerpoint/2010/main" val="223025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B0E0B-52C7-AEFA-2C47-EBA19328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509FEFF-DD88-40F4-1F88-C1D2617CA2BD}"/>
              </a:ext>
            </a:extLst>
          </p:cNvPr>
          <p:cNvSpPr/>
          <p:nvPr/>
        </p:nvSpPr>
        <p:spPr>
          <a:xfrm>
            <a:off x="171448" y="3452031"/>
            <a:ext cx="1328790" cy="522631"/>
          </a:xfrm>
          <a:prstGeom prst="roundRect">
            <a:avLst>
              <a:gd name="adj" fmla="val 24874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数据层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6B779960-DF7B-324F-F64C-0A04C5873C84}"/>
              </a:ext>
            </a:extLst>
          </p:cNvPr>
          <p:cNvSpPr txBox="1">
            <a:spLocks/>
          </p:cNvSpPr>
          <p:nvPr/>
        </p:nvSpPr>
        <p:spPr>
          <a:xfrm>
            <a:off x="697807" y="135992"/>
            <a:ext cx="6102385" cy="374970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kumimoji="1" lang="zh-CN" altLang="en-US" sz="2400" b="1" i="0" kern="12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POSans B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46D1">
                    <a:lumMod val="5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架构图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377E0E9-08B8-A262-455A-B9E62FC4B58B}"/>
              </a:ext>
            </a:extLst>
          </p:cNvPr>
          <p:cNvSpPr/>
          <p:nvPr/>
        </p:nvSpPr>
        <p:spPr>
          <a:xfrm>
            <a:off x="174631" y="825370"/>
            <a:ext cx="1328790" cy="835883"/>
          </a:xfrm>
          <a:prstGeom prst="roundRect">
            <a:avLst>
              <a:gd name="adj" fmla="val 15421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33EA4C8-47D1-CD4B-C5AD-8C1BE7DF0DA9}"/>
              </a:ext>
            </a:extLst>
          </p:cNvPr>
          <p:cNvGrpSpPr/>
          <p:nvPr/>
        </p:nvGrpSpPr>
        <p:grpSpPr>
          <a:xfrm>
            <a:off x="1635419" y="825370"/>
            <a:ext cx="2496489" cy="835883"/>
            <a:chOff x="1690578" y="905850"/>
            <a:chExt cx="2496489" cy="835883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170D8844-6444-D8C1-2D2A-AC7D5CA0B83E}"/>
                </a:ext>
              </a:extLst>
            </p:cNvPr>
            <p:cNvSpPr/>
            <p:nvPr/>
          </p:nvSpPr>
          <p:spPr>
            <a:xfrm>
              <a:off x="1690578" y="905850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C1DD9AF-A67A-5FBC-0F9A-9F49E7691659}"/>
                </a:ext>
              </a:extLst>
            </p:cNvPr>
            <p:cNvSpPr txBox="1"/>
            <p:nvPr/>
          </p:nvSpPr>
          <p:spPr>
            <a:xfrm>
              <a:off x="1810915" y="1385422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设备概览、实时监控、历史查询</a:t>
              </a: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F90518F8-3611-84FA-88CD-99F8906FE6F6}"/>
                </a:ext>
              </a:extLst>
            </p:cNvPr>
            <p:cNvGrpSpPr/>
            <p:nvPr/>
          </p:nvGrpSpPr>
          <p:grpSpPr>
            <a:xfrm>
              <a:off x="2058514" y="1025530"/>
              <a:ext cx="1759069" cy="358644"/>
              <a:chOff x="2053774" y="984442"/>
              <a:chExt cx="1759069" cy="358644"/>
            </a:xfrm>
          </p:grpSpPr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1E46B11-0AE1-1E35-07D7-0D33D4FCB0B2}"/>
                  </a:ext>
                </a:extLst>
              </p:cNvPr>
              <p:cNvSpPr txBox="1"/>
              <p:nvPr/>
            </p:nvSpPr>
            <p:spPr>
              <a:xfrm>
                <a:off x="2339260" y="996463"/>
                <a:ext cx="14735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网页</a:t>
                </a:r>
                <a:r>
                  <a:rPr lang="en-US" altLang="zh-CN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Web</a:t>
                </a: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端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1" name="图形 40">
                <a:extLst>
                  <a:ext uri="{FF2B5EF4-FFF2-40B4-BE49-F238E27FC236}">
                    <a16:creationId xmlns:a16="http://schemas.microsoft.com/office/drawing/2014/main" id="{9C4E198F-6BD8-6C6A-F877-E23C9E3706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53774" y="984442"/>
                <a:ext cx="358644" cy="358644"/>
              </a:xfrm>
              <a:prstGeom prst="rect">
                <a:avLst/>
              </a:prstGeom>
            </p:spPr>
          </p:pic>
        </p:grpSp>
      </p:grp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775B2709-9A06-19B7-1227-7AEF573300E2}"/>
              </a:ext>
            </a:extLst>
          </p:cNvPr>
          <p:cNvSpPr/>
          <p:nvPr/>
        </p:nvSpPr>
        <p:spPr>
          <a:xfrm>
            <a:off x="1635419" y="1805341"/>
            <a:ext cx="10385131" cy="522631"/>
          </a:xfrm>
          <a:prstGeom prst="roundRect">
            <a:avLst>
              <a:gd name="adj" fmla="val 21229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20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F95A600B-5487-5E69-EB07-5532AB544811}"/>
              </a:ext>
            </a:extLst>
          </p:cNvPr>
          <p:cNvSpPr/>
          <p:nvPr/>
        </p:nvSpPr>
        <p:spPr>
          <a:xfrm>
            <a:off x="178114" y="2471794"/>
            <a:ext cx="1328790" cy="835883"/>
          </a:xfrm>
          <a:prstGeom prst="roundRect">
            <a:avLst>
              <a:gd name="adj" fmla="val 15378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存储层</a:t>
            </a:r>
            <a:endParaRPr lang="en-US" altLang="zh-CN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8F3A095C-9C2C-3BD1-1680-42894C7B8727}"/>
              </a:ext>
            </a:extLst>
          </p:cNvPr>
          <p:cNvSpPr/>
          <p:nvPr/>
        </p:nvSpPr>
        <p:spPr>
          <a:xfrm>
            <a:off x="1635419" y="3452031"/>
            <a:ext cx="10385130" cy="522631"/>
          </a:xfrm>
          <a:prstGeom prst="roundRect">
            <a:avLst>
              <a:gd name="adj" fmla="val 21229"/>
            </a:avLst>
          </a:prstGeom>
          <a:noFill/>
          <a:ln w="12700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8D9439A7-D87C-D92A-20C4-713962FF1E84}"/>
              </a:ext>
            </a:extLst>
          </p:cNvPr>
          <p:cNvSpPr/>
          <p:nvPr/>
        </p:nvSpPr>
        <p:spPr>
          <a:xfrm>
            <a:off x="171448" y="4094552"/>
            <a:ext cx="1328790" cy="2591998"/>
          </a:xfrm>
          <a:prstGeom prst="roundRect">
            <a:avLst>
              <a:gd name="adj" fmla="val 10060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采集层</a:t>
            </a:r>
            <a:endParaRPr lang="en-US" altLang="zh-CN" sz="36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98AA618-80F6-3170-B1A4-077AB3498F81}"/>
              </a:ext>
            </a:extLst>
          </p:cNvPr>
          <p:cNvGrpSpPr/>
          <p:nvPr/>
        </p:nvGrpSpPr>
        <p:grpSpPr>
          <a:xfrm>
            <a:off x="4263906" y="825370"/>
            <a:ext cx="2496489" cy="835883"/>
            <a:chOff x="4266351" y="905850"/>
            <a:chExt cx="2496489" cy="835883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CBFC22F0-9FCA-A1D1-C3E5-DC4E1320E202}"/>
                </a:ext>
              </a:extLst>
            </p:cNvPr>
            <p:cNvSpPr/>
            <p:nvPr/>
          </p:nvSpPr>
          <p:spPr>
            <a:xfrm>
              <a:off x="4266351" y="905850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E5697ED-19E0-144B-3177-04C64B889BCE}"/>
                </a:ext>
              </a:extLst>
            </p:cNvPr>
            <p:cNvSpPr txBox="1"/>
            <p:nvPr/>
          </p:nvSpPr>
          <p:spPr>
            <a:xfrm>
              <a:off x="4387895" y="1385422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报表管理、节点管理、运行监控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989566B-CDB1-D940-D2F5-095E4B1CF6B1}"/>
                </a:ext>
              </a:extLst>
            </p:cNvPr>
            <p:cNvSpPr txBox="1"/>
            <p:nvPr/>
          </p:nvSpPr>
          <p:spPr>
            <a:xfrm>
              <a:off x="4920112" y="1035575"/>
              <a:ext cx="147358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桌面</a:t>
              </a:r>
              <a:r>
                <a: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APP</a:t>
              </a: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" name="图形 3">
              <a:extLst>
                <a:ext uri="{FF2B5EF4-FFF2-40B4-BE49-F238E27FC236}">
                  <a16:creationId xmlns:a16="http://schemas.microsoft.com/office/drawing/2014/main" id="{DB54380C-A1F4-7280-C5C4-2EDF1A171A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76329" y="1055338"/>
              <a:ext cx="299028" cy="299028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AEFCE64-7A09-AAE5-8677-8FAC8F84E36E}"/>
              </a:ext>
            </a:extLst>
          </p:cNvPr>
          <p:cNvGrpSpPr/>
          <p:nvPr/>
        </p:nvGrpSpPr>
        <p:grpSpPr>
          <a:xfrm>
            <a:off x="9520880" y="825370"/>
            <a:ext cx="2496489" cy="835883"/>
            <a:chOff x="9417897" y="905850"/>
            <a:chExt cx="2496489" cy="835883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87448626-1598-638F-569A-AF384D055E45}"/>
                </a:ext>
              </a:extLst>
            </p:cNvPr>
            <p:cNvSpPr/>
            <p:nvPr/>
          </p:nvSpPr>
          <p:spPr>
            <a:xfrm>
              <a:off x="9417897" y="905850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3A032FE2-17D1-4360-71F6-32295D247F3B}"/>
                </a:ext>
              </a:extLst>
            </p:cNvPr>
            <p:cNvSpPr txBox="1"/>
            <p:nvPr/>
          </p:nvSpPr>
          <p:spPr>
            <a:xfrm>
              <a:off x="9540997" y="1385422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智能分析、策略执行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677D3974-598A-26D0-CF4E-8AD9E989E013}"/>
                </a:ext>
              </a:extLst>
            </p:cNvPr>
            <p:cNvSpPr txBox="1"/>
            <p:nvPr/>
          </p:nvSpPr>
          <p:spPr>
            <a:xfrm>
              <a:off x="10073214" y="1035575"/>
              <a:ext cx="147358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AI/</a:t>
              </a: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脚本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5" name="图形 14">
              <a:extLst>
                <a:ext uri="{FF2B5EF4-FFF2-40B4-BE49-F238E27FC236}">
                  <a16:creationId xmlns:a16="http://schemas.microsoft.com/office/drawing/2014/main" id="{A2C94DA2-F4A0-19A7-4C56-2F5300A3F1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073214" y="1077805"/>
              <a:ext cx="254095" cy="254095"/>
            </a:xfrm>
            <a:prstGeom prst="rect">
              <a:avLst/>
            </a:prstGeom>
          </p:spPr>
        </p:pic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4D63BFF-B92B-9F8B-20AB-33E44E17ED88}"/>
              </a:ext>
            </a:extLst>
          </p:cNvPr>
          <p:cNvGrpSpPr/>
          <p:nvPr/>
        </p:nvGrpSpPr>
        <p:grpSpPr>
          <a:xfrm>
            <a:off x="6892393" y="825370"/>
            <a:ext cx="2496489" cy="835883"/>
            <a:chOff x="6842124" y="905850"/>
            <a:chExt cx="2496489" cy="835883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018FF9E0-4C1D-6583-1329-72B189F35895}"/>
                </a:ext>
              </a:extLst>
            </p:cNvPr>
            <p:cNvSpPr/>
            <p:nvPr/>
          </p:nvSpPr>
          <p:spPr>
            <a:xfrm>
              <a:off x="6842124" y="905850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1D38C80A-33B3-0781-C522-A8BF49633638}"/>
                </a:ext>
              </a:extLst>
            </p:cNvPr>
            <p:cNvSpPr txBox="1"/>
            <p:nvPr/>
          </p:nvSpPr>
          <p:spPr>
            <a:xfrm>
              <a:off x="6949549" y="1385422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结构化查询、自动化调用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AF42D81F-EBFD-1A1D-BCB2-B0318F343815}"/>
                </a:ext>
              </a:extLst>
            </p:cNvPr>
            <p:cNvSpPr txBox="1"/>
            <p:nvPr/>
          </p:nvSpPr>
          <p:spPr>
            <a:xfrm>
              <a:off x="7481766" y="1035575"/>
              <a:ext cx="147358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CLI</a:t>
              </a: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命令行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9" name="图形 18">
              <a:extLst>
                <a:ext uri="{FF2B5EF4-FFF2-40B4-BE49-F238E27FC236}">
                  <a16:creationId xmlns:a16="http://schemas.microsoft.com/office/drawing/2014/main" id="{D6342901-25AE-6ED2-5E2F-B9D3B849E4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21247" y="1054091"/>
              <a:ext cx="301523" cy="301523"/>
            </a:xfrm>
            <a:prstGeom prst="rect">
              <a:avLst/>
            </a:prstGeom>
          </p:spPr>
        </p:pic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6F2625CF-F98C-33BA-9454-A3E57E9084A7}"/>
              </a:ext>
            </a:extLst>
          </p:cNvPr>
          <p:cNvGrpSpPr/>
          <p:nvPr/>
        </p:nvGrpSpPr>
        <p:grpSpPr>
          <a:xfrm>
            <a:off x="4218097" y="1865755"/>
            <a:ext cx="5219774" cy="388476"/>
            <a:chOff x="4218097" y="1865755"/>
            <a:chExt cx="5219774" cy="388476"/>
          </a:xfrm>
        </p:grpSpPr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73F463F9-39B9-78F1-27E0-573C1A711D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18097" y="1865755"/>
              <a:ext cx="388476" cy="388476"/>
            </a:xfrm>
            <a:prstGeom prst="rect">
              <a:avLst/>
            </a:prstGeom>
          </p:spPr>
        </p:pic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C2393E4-3CE3-E851-D671-97155F4B7BE8}"/>
                </a:ext>
              </a:extLst>
            </p:cNvPr>
            <p:cNvSpPr txBox="1"/>
            <p:nvPr/>
          </p:nvSpPr>
          <p:spPr>
            <a:xfrm>
              <a:off x="4525316" y="1875327"/>
              <a:ext cx="49125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统一安全治理：</a:t>
              </a:r>
              <a:r>
                <a:rPr kumimoji="0" lang="zh-CN" altLang="en-US" sz="1400" b="1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身份认证、权限控制、操作审计</a:t>
              </a:r>
              <a:r>
                <a:rPr kumimoji="0" lang="en-US" altLang="zh-CN" sz="1400" b="1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……</a:t>
              </a:r>
              <a:endPara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53E3E2C-B490-E9C6-A740-CB9A54D92C47}"/>
              </a:ext>
            </a:extLst>
          </p:cNvPr>
          <p:cNvSpPr/>
          <p:nvPr/>
        </p:nvSpPr>
        <p:spPr>
          <a:xfrm>
            <a:off x="171448" y="1798678"/>
            <a:ext cx="1328790" cy="522631"/>
          </a:xfrm>
          <a:prstGeom prst="roundRect">
            <a:avLst>
              <a:gd name="adj" fmla="val 24874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后端层 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85A6C67E-C163-948D-2B01-82C0B9181215}"/>
              </a:ext>
            </a:extLst>
          </p:cNvPr>
          <p:cNvGrpSpPr/>
          <p:nvPr/>
        </p:nvGrpSpPr>
        <p:grpSpPr>
          <a:xfrm>
            <a:off x="1635419" y="2472060"/>
            <a:ext cx="2496489" cy="835883"/>
            <a:chOff x="1635419" y="2459961"/>
            <a:chExt cx="2496489" cy="835883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FF00CFFE-049D-F08D-8E9F-18C75B42E594}"/>
                </a:ext>
              </a:extLst>
            </p:cNvPr>
            <p:cNvSpPr/>
            <p:nvPr/>
          </p:nvSpPr>
          <p:spPr>
            <a:xfrm>
              <a:off x="1635419" y="2459961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529490C1-6086-09E3-C0CE-4BBAC105F30A}"/>
                </a:ext>
              </a:extLst>
            </p:cNvPr>
            <p:cNvSpPr txBox="1"/>
            <p:nvPr/>
          </p:nvSpPr>
          <p:spPr>
            <a:xfrm>
              <a:off x="1756963" y="2939533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系统配置、用户权限、设备信息</a:t>
              </a:r>
              <a:endPara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8FC0A1BE-95F9-53F6-DD91-EAE7460CC6DB}"/>
                </a:ext>
              </a:extLst>
            </p:cNvPr>
            <p:cNvGrpSpPr/>
            <p:nvPr/>
          </p:nvGrpSpPr>
          <p:grpSpPr>
            <a:xfrm>
              <a:off x="2173127" y="2596969"/>
              <a:ext cx="1421073" cy="338554"/>
              <a:chOff x="2192974" y="2596969"/>
              <a:chExt cx="1421073" cy="338554"/>
            </a:xfrm>
          </p:grpSpPr>
          <p:pic>
            <p:nvPicPr>
              <p:cNvPr id="47" name="图形 46">
                <a:extLst>
                  <a:ext uri="{FF2B5EF4-FFF2-40B4-BE49-F238E27FC236}">
                    <a16:creationId xmlns:a16="http://schemas.microsoft.com/office/drawing/2014/main" id="{B513051D-EE97-C21F-04F1-38C5C7AAAF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192974" y="2614080"/>
                <a:ext cx="304332" cy="304332"/>
              </a:xfrm>
              <a:prstGeom prst="rect">
                <a:avLst/>
              </a:prstGeom>
            </p:spPr>
          </p:pic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99E49806-CCA6-8C35-8899-51C42E6206C9}"/>
                  </a:ext>
                </a:extLst>
              </p:cNvPr>
              <p:cNvSpPr txBox="1"/>
              <p:nvPr/>
            </p:nvSpPr>
            <p:spPr>
              <a:xfrm>
                <a:off x="2448492" y="2596969"/>
                <a:ext cx="116555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1600" b="1" spc="100" dirty="0" err="1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Mysql</a:t>
                </a: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库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A2F8271-9CD0-749B-B4B5-8C1E3C3B28C9}"/>
              </a:ext>
            </a:extLst>
          </p:cNvPr>
          <p:cNvGrpSpPr/>
          <p:nvPr/>
        </p:nvGrpSpPr>
        <p:grpSpPr>
          <a:xfrm>
            <a:off x="4263906" y="2472060"/>
            <a:ext cx="2496489" cy="835883"/>
            <a:chOff x="4263906" y="2457506"/>
            <a:chExt cx="2496489" cy="835883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0E82FD22-8E45-752D-CE25-D71B9FD07991}"/>
                </a:ext>
              </a:extLst>
            </p:cNvPr>
            <p:cNvSpPr/>
            <p:nvPr/>
          </p:nvSpPr>
          <p:spPr>
            <a:xfrm>
              <a:off x="4263906" y="2457506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DA0582B8-BE8A-CE1D-F4DE-00DCA1975DDC}"/>
                </a:ext>
              </a:extLst>
            </p:cNvPr>
            <p:cNvSpPr txBox="1"/>
            <p:nvPr/>
          </p:nvSpPr>
          <p:spPr>
            <a:xfrm>
              <a:off x="4385450" y="2937078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设备时序数据、长期存储</a:t>
              </a:r>
              <a:endPara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DA713A39-1EA0-8EC9-2D91-BDB20C6C97FA}"/>
                </a:ext>
              </a:extLst>
            </p:cNvPr>
            <p:cNvGrpSpPr/>
            <p:nvPr/>
          </p:nvGrpSpPr>
          <p:grpSpPr>
            <a:xfrm>
              <a:off x="4639141" y="2596969"/>
              <a:ext cx="1746018" cy="338554"/>
              <a:chOff x="4700203" y="2596969"/>
              <a:chExt cx="1746018" cy="338554"/>
            </a:xfrm>
          </p:grpSpPr>
          <p:pic>
            <p:nvPicPr>
              <p:cNvPr id="51" name="图形 50">
                <a:extLst>
                  <a:ext uri="{FF2B5EF4-FFF2-40B4-BE49-F238E27FC236}">
                    <a16:creationId xmlns:a16="http://schemas.microsoft.com/office/drawing/2014/main" id="{21D1FCFF-019C-A368-18A6-A7511458D7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700203" y="2620606"/>
                <a:ext cx="302931" cy="291280"/>
              </a:xfrm>
              <a:prstGeom prst="rect">
                <a:avLst/>
              </a:prstGeom>
            </p:spPr>
          </p:pic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FD6A502-0509-2CFE-A2DF-E8798FCA4D02}"/>
                  </a:ext>
                </a:extLst>
              </p:cNvPr>
              <p:cNvSpPr txBox="1"/>
              <p:nvPr/>
            </p:nvSpPr>
            <p:spPr>
              <a:xfrm>
                <a:off x="4961205" y="2596969"/>
                <a:ext cx="148501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1600" b="1" spc="100" dirty="0" err="1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Tdengine</a:t>
                </a: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库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ECE5AC49-80F2-E48E-DB90-C0395BDEBBCC}"/>
              </a:ext>
            </a:extLst>
          </p:cNvPr>
          <p:cNvGrpSpPr/>
          <p:nvPr/>
        </p:nvGrpSpPr>
        <p:grpSpPr>
          <a:xfrm>
            <a:off x="9520880" y="2472060"/>
            <a:ext cx="2496489" cy="835883"/>
            <a:chOff x="9520880" y="2457506"/>
            <a:chExt cx="2496489" cy="835883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40A3E1E3-B564-7196-7951-DA661DB3E7F4}"/>
                </a:ext>
              </a:extLst>
            </p:cNvPr>
            <p:cNvSpPr/>
            <p:nvPr/>
          </p:nvSpPr>
          <p:spPr>
            <a:xfrm>
              <a:off x="9520880" y="2457506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FE4E796C-1C01-1698-124B-5C911F2C63B0}"/>
                </a:ext>
              </a:extLst>
            </p:cNvPr>
            <p:cNvSpPr txBox="1"/>
            <p:nvPr/>
          </p:nvSpPr>
          <p:spPr>
            <a:xfrm>
              <a:off x="9642424" y="2937078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设备实时数据、短期缓存</a:t>
              </a:r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5A9140D7-8EFF-8F31-6965-BCE4958123D2}"/>
                </a:ext>
              </a:extLst>
            </p:cNvPr>
            <p:cNvGrpSpPr/>
            <p:nvPr/>
          </p:nvGrpSpPr>
          <p:grpSpPr>
            <a:xfrm>
              <a:off x="10110883" y="2596969"/>
              <a:ext cx="1316483" cy="338554"/>
              <a:chOff x="10157604" y="2596969"/>
              <a:chExt cx="1316483" cy="338554"/>
            </a:xfrm>
          </p:grpSpPr>
          <p:pic>
            <p:nvPicPr>
              <p:cNvPr id="49" name="图形 48">
                <a:extLst>
                  <a:ext uri="{FF2B5EF4-FFF2-40B4-BE49-F238E27FC236}">
                    <a16:creationId xmlns:a16="http://schemas.microsoft.com/office/drawing/2014/main" id="{869C2631-CF32-EE78-50F7-E93E99621A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157604" y="2620606"/>
                <a:ext cx="291280" cy="291280"/>
              </a:xfrm>
              <a:prstGeom prst="rect">
                <a:avLst/>
              </a:prstGeom>
            </p:spPr>
          </p:pic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905921E1-B165-2F72-E3C3-C9E9F6F9AB9D}"/>
                  </a:ext>
                </a:extLst>
              </p:cNvPr>
              <p:cNvSpPr txBox="1"/>
              <p:nvPr/>
            </p:nvSpPr>
            <p:spPr>
              <a:xfrm>
                <a:off x="10448884" y="2596969"/>
                <a:ext cx="102520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Redis</a:t>
                </a: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库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CC751AF9-637E-7069-6738-03FDEF34003F}"/>
              </a:ext>
            </a:extLst>
          </p:cNvPr>
          <p:cNvGrpSpPr/>
          <p:nvPr/>
        </p:nvGrpSpPr>
        <p:grpSpPr>
          <a:xfrm>
            <a:off x="6892393" y="2472060"/>
            <a:ext cx="2496489" cy="835883"/>
            <a:chOff x="6892393" y="2457506"/>
            <a:chExt cx="2496489" cy="835883"/>
          </a:xfrm>
        </p:grpSpPr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61CC7906-6248-7FCF-0E06-0A2D41FF3FDF}"/>
                </a:ext>
              </a:extLst>
            </p:cNvPr>
            <p:cNvSpPr/>
            <p:nvPr/>
          </p:nvSpPr>
          <p:spPr>
            <a:xfrm>
              <a:off x="6892393" y="2457506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C8BC1C20-4652-98AF-6E99-73913082FB24}"/>
                </a:ext>
              </a:extLst>
            </p:cNvPr>
            <p:cNvSpPr txBox="1"/>
            <p:nvPr/>
          </p:nvSpPr>
          <p:spPr>
            <a:xfrm>
              <a:off x="7013937" y="2937078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消费数据流、数据批量入库</a:t>
              </a:r>
            </a:p>
          </p:txBody>
        </p: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3CB2A835-4266-DAD0-CC80-5E2A4A6093CC}"/>
                </a:ext>
              </a:extLst>
            </p:cNvPr>
            <p:cNvGrpSpPr/>
            <p:nvPr/>
          </p:nvGrpSpPr>
          <p:grpSpPr>
            <a:xfrm>
              <a:off x="7310961" y="2596969"/>
              <a:ext cx="1659352" cy="338554"/>
              <a:chOff x="7268544" y="2596969"/>
              <a:chExt cx="1659352" cy="338554"/>
            </a:xfrm>
          </p:grpSpPr>
          <p:pic>
            <p:nvPicPr>
              <p:cNvPr id="7" name="图形 6">
                <a:extLst>
                  <a:ext uri="{FF2B5EF4-FFF2-40B4-BE49-F238E27FC236}">
                    <a16:creationId xmlns:a16="http://schemas.microsoft.com/office/drawing/2014/main" id="{9D2A9940-D248-78B5-9826-F09CAF57AE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268544" y="2619078"/>
                <a:ext cx="294336" cy="294336"/>
              </a:xfrm>
              <a:prstGeom prst="rect">
                <a:avLst/>
              </a:prstGeom>
            </p:spPr>
          </p:pic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3BE20C27-A6F9-8911-7D37-31CBCECB2C31}"/>
                  </a:ext>
                </a:extLst>
              </p:cNvPr>
              <p:cNvSpPr txBox="1"/>
              <p:nvPr/>
            </p:nvSpPr>
            <p:spPr>
              <a:xfrm>
                <a:off x="7582631" y="2596969"/>
                <a:ext cx="134526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Writer</a:t>
                </a: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入库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2C122E0C-50E0-54ED-4A41-F29B61E4B53C}"/>
              </a:ext>
            </a:extLst>
          </p:cNvPr>
          <p:cNvSpPr/>
          <p:nvPr/>
        </p:nvSpPr>
        <p:spPr>
          <a:xfrm>
            <a:off x="1632486" y="4118750"/>
            <a:ext cx="2796639" cy="2567800"/>
          </a:xfrm>
          <a:prstGeom prst="roundRect">
            <a:avLst>
              <a:gd name="adj" fmla="val 5317"/>
            </a:avLst>
          </a:prstGeom>
          <a:noFill/>
          <a:ln w="12700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3D8A7C97-327A-6213-1C4B-1F348F9AD0EF}"/>
              </a:ext>
            </a:extLst>
          </p:cNvPr>
          <p:cNvSpPr/>
          <p:nvPr/>
        </p:nvSpPr>
        <p:spPr>
          <a:xfrm>
            <a:off x="4559363" y="4118750"/>
            <a:ext cx="7458006" cy="2567800"/>
          </a:xfrm>
          <a:prstGeom prst="roundRect">
            <a:avLst>
              <a:gd name="adj" fmla="val 5039"/>
            </a:avLst>
          </a:prstGeom>
          <a:noFill/>
          <a:ln w="12700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A48FCB6A-80C3-FA1A-EED4-F49FB3501D98}"/>
              </a:ext>
            </a:extLst>
          </p:cNvPr>
          <p:cNvCxnSpPr>
            <a:stCxn id="76" idx="1"/>
            <a:endCxn id="81" idx="3"/>
          </p:cNvCxnSpPr>
          <p:nvPr/>
        </p:nvCxnSpPr>
        <p:spPr>
          <a:xfrm flipH="1">
            <a:off x="9388882" y="2890002"/>
            <a:ext cx="131998" cy="0"/>
          </a:xfrm>
          <a:prstGeom prst="straightConnector1">
            <a:avLst/>
          </a:prstGeom>
          <a:ln w="19050"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6F6F00BA-C77F-DC07-922C-4135F38D8A2F}"/>
              </a:ext>
            </a:extLst>
          </p:cNvPr>
          <p:cNvCxnSpPr>
            <a:stCxn id="81" idx="1"/>
            <a:endCxn id="71" idx="3"/>
          </p:cNvCxnSpPr>
          <p:nvPr/>
        </p:nvCxnSpPr>
        <p:spPr>
          <a:xfrm flipH="1">
            <a:off x="6760395" y="2890002"/>
            <a:ext cx="131998" cy="0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66AAEFCC-7047-E05B-C863-92C04115EC7A}"/>
              </a:ext>
            </a:extLst>
          </p:cNvPr>
          <p:cNvCxnSpPr>
            <a:cxnSpLocks/>
            <a:stCxn id="71" idx="0"/>
          </p:cNvCxnSpPr>
          <p:nvPr/>
        </p:nvCxnSpPr>
        <p:spPr>
          <a:xfrm flipV="1">
            <a:off x="5512151" y="2327972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3C008BBB-3240-56BA-3FD4-2B991081AAEF}"/>
              </a:ext>
            </a:extLst>
          </p:cNvPr>
          <p:cNvCxnSpPr>
            <a:cxnSpLocks/>
            <a:stCxn id="53" idx="0"/>
          </p:cNvCxnSpPr>
          <p:nvPr/>
        </p:nvCxnSpPr>
        <p:spPr>
          <a:xfrm flipH="1" flipV="1">
            <a:off x="2880840" y="2327972"/>
            <a:ext cx="2824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E5D837B5-E50A-BF10-A973-95F79E83602A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2883664" y="1661253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315EE716-FBEA-9BD5-2F41-1051EC746E0C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5512151" y="1661253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188EC001-C3E0-D792-9457-C13B4F07EC24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8140638" y="1661253"/>
            <a:ext cx="0" cy="137425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55682AC9-A473-FB06-B345-8246DD989CB7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10769125" y="1661253"/>
            <a:ext cx="0" cy="137425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5BDDDFFD-495D-BF3B-2D17-E6261AC28E27}"/>
              </a:ext>
            </a:extLst>
          </p:cNvPr>
          <p:cNvCxnSpPr>
            <a:stCxn id="76" idx="0"/>
          </p:cNvCxnSpPr>
          <p:nvPr/>
        </p:nvCxnSpPr>
        <p:spPr>
          <a:xfrm flipV="1">
            <a:off x="10769125" y="2327972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F77BBE48-6AC2-2709-943B-1A451578B44E}"/>
              </a:ext>
            </a:extLst>
          </p:cNvPr>
          <p:cNvCxnSpPr>
            <a:cxnSpLocks/>
            <a:endCxn id="76" idx="2"/>
          </p:cNvCxnSpPr>
          <p:nvPr/>
        </p:nvCxnSpPr>
        <p:spPr>
          <a:xfrm flipV="1">
            <a:off x="10769125" y="3307943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2FB86214-2990-EEE7-1BFC-79D1B0446373}"/>
              </a:ext>
            </a:extLst>
          </p:cNvPr>
          <p:cNvGrpSpPr/>
          <p:nvPr/>
        </p:nvGrpSpPr>
        <p:grpSpPr>
          <a:xfrm>
            <a:off x="2249308" y="4231756"/>
            <a:ext cx="1562993" cy="338554"/>
            <a:chOff x="2593749" y="4221157"/>
            <a:chExt cx="1562993" cy="338554"/>
          </a:xfrm>
        </p:grpSpPr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ECB65EFF-E6F9-F13F-A9B5-6C9652FD8D78}"/>
                </a:ext>
              </a:extLst>
            </p:cNvPr>
            <p:cNvSpPr txBox="1"/>
            <p:nvPr/>
          </p:nvSpPr>
          <p:spPr>
            <a:xfrm>
              <a:off x="2683159" y="4221157"/>
              <a:ext cx="147358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中心式部署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1" name="图形 130">
              <a:extLst>
                <a:ext uri="{FF2B5EF4-FFF2-40B4-BE49-F238E27FC236}">
                  <a16:creationId xmlns:a16="http://schemas.microsoft.com/office/drawing/2014/main" id="{7E76C1EF-D6E2-AD71-8418-837AB871AF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93749" y="4293007"/>
              <a:ext cx="194133" cy="194133"/>
            </a:xfrm>
            <a:prstGeom prst="rect">
              <a:avLst/>
            </a:prstGeom>
          </p:spPr>
        </p:pic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FDC3D21E-744B-63C3-92C2-7E66CE267DB9}"/>
              </a:ext>
            </a:extLst>
          </p:cNvPr>
          <p:cNvGrpSpPr/>
          <p:nvPr/>
        </p:nvGrpSpPr>
        <p:grpSpPr>
          <a:xfrm>
            <a:off x="7325993" y="4207941"/>
            <a:ext cx="1600655" cy="338554"/>
            <a:chOff x="7310961" y="4221157"/>
            <a:chExt cx="1600655" cy="338554"/>
          </a:xfrm>
        </p:grpSpPr>
        <p:pic>
          <p:nvPicPr>
            <p:cNvPr id="133" name="图形 132">
              <a:extLst>
                <a:ext uri="{FF2B5EF4-FFF2-40B4-BE49-F238E27FC236}">
                  <a16:creationId xmlns:a16="http://schemas.microsoft.com/office/drawing/2014/main" id="{40672F44-C862-5CCD-44E7-1304379994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310961" y="4273179"/>
              <a:ext cx="233788" cy="233788"/>
            </a:xfrm>
            <a:prstGeom prst="rect">
              <a:avLst/>
            </a:prstGeom>
          </p:spPr>
        </p:pic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2978983B-E730-E749-7175-0D57342D6049}"/>
                </a:ext>
              </a:extLst>
            </p:cNvPr>
            <p:cNvSpPr txBox="1"/>
            <p:nvPr/>
          </p:nvSpPr>
          <p:spPr>
            <a:xfrm>
              <a:off x="7438033" y="4221157"/>
              <a:ext cx="147358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分布式部署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1FA258C1-C0DC-99E7-6204-10A2BDA4B8E9}"/>
              </a:ext>
            </a:extLst>
          </p:cNvPr>
          <p:cNvGrpSpPr/>
          <p:nvPr/>
        </p:nvGrpSpPr>
        <p:grpSpPr>
          <a:xfrm>
            <a:off x="4314948" y="3528680"/>
            <a:ext cx="5380462" cy="369332"/>
            <a:chOff x="4314948" y="3528680"/>
            <a:chExt cx="5380462" cy="369332"/>
          </a:xfrm>
        </p:grpSpPr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7A135164-C687-5F0B-23A9-AFB377CAEE60}"/>
                </a:ext>
              </a:extLst>
            </p:cNvPr>
            <p:cNvSpPr txBox="1"/>
            <p:nvPr/>
          </p:nvSpPr>
          <p:spPr>
            <a:xfrm>
              <a:off x="4525316" y="3528680"/>
              <a:ext cx="51700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统一数据契约：</a:t>
              </a:r>
              <a:r>
                <a:rPr kumimoji="0" lang="zh-CN" altLang="en-US" sz="1400" b="1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设备点位名、数值、时间、质量</a:t>
              </a:r>
              <a:r>
                <a:rPr kumimoji="0" lang="en-US" altLang="zh-CN" sz="1400" b="1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……</a:t>
              </a:r>
              <a:endPara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138" name="图形 137">
              <a:extLst>
                <a:ext uri="{FF2B5EF4-FFF2-40B4-BE49-F238E27FC236}">
                  <a16:creationId xmlns:a16="http://schemas.microsoft.com/office/drawing/2014/main" id="{5C183112-BFFD-BDE1-4344-09013B3CC7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314948" y="3601309"/>
              <a:ext cx="223352" cy="223352"/>
            </a:xfrm>
            <a:prstGeom prst="rect">
              <a:avLst/>
            </a:prstGeom>
          </p:spPr>
        </p:pic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095F7656-77DA-8C93-2D0E-5E8624F58E7A}"/>
              </a:ext>
            </a:extLst>
          </p:cNvPr>
          <p:cNvGrpSpPr/>
          <p:nvPr/>
        </p:nvGrpSpPr>
        <p:grpSpPr>
          <a:xfrm>
            <a:off x="1777387" y="4688384"/>
            <a:ext cx="2496489" cy="835883"/>
            <a:chOff x="1777387" y="4631228"/>
            <a:chExt cx="2496489" cy="835883"/>
          </a:xfrm>
        </p:grpSpPr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6DEDEAAF-1C8C-AA55-67AA-A3D79002A107}"/>
                </a:ext>
              </a:extLst>
            </p:cNvPr>
            <p:cNvSpPr/>
            <p:nvPr/>
          </p:nvSpPr>
          <p:spPr>
            <a:xfrm>
              <a:off x="1777387" y="4631228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C18B4331-0F42-1288-913D-26ADEA860F38}"/>
                </a:ext>
              </a:extLst>
            </p:cNvPr>
            <p:cNvSpPr txBox="1"/>
            <p:nvPr/>
          </p:nvSpPr>
          <p:spPr>
            <a:xfrm>
              <a:off x="1897724" y="5110800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协议适配、数据采集、缓冲缓存</a:t>
              </a: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2265CD33-DC39-A381-B76D-1388D304C60C}"/>
                </a:ext>
              </a:extLst>
            </p:cNvPr>
            <p:cNvSpPr txBox="1"/>
            <p:nvPr/>
          </p:nvSpPr>
          <p:spPr>
            <a:xfrm>
              <a:off x="2388439" y="4793621"/>
              <a:ext cx="16506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Collector</a:t>
              </a: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采集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56" name="图形 155">
              <a:extLst>
                <a:ext uri="{FF2B5EF4-FFF2-40B4-BE49-F238E27FC236}">
                  <a16:creationId xmlns:a16="http://schemas.microsoft.com/office/drawing/2014/main" id="{950F277E-1308-7696-213E-7D33425ADB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0757" y="4804790"/>
              <a:ext cx="294336" cy="294336"/>
            </a:xfrm>
            <a:prstGeom prst="rect">
              <a:avLst/>
            </a:prstGeom>
          </p:spPr>
        </p:pic>
      </p:grp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5C6B6DC7-BA85-71C2-6D00-1B0C678C040B}"/>
              </a:ext>
            </a:extLst>
          </p:cNvPr>
          <p:cNvSpPr/>
          <p:nvPr/>
        </p:nvSpPr>
        <p:spPr>
          <a:xfrm>
            <a:off x="4686807" y="4631228"/>
            <a:ext cx="5376617" cy="1927918"/>
          </a:xfrm>
          <a:prstGeom prst="roundRect">
            <a:avLst>
              <a:gd name="adj" fmla="val 6619"/>
            </a:avLst>
          </a:prstGeom>
          <a:noFill/>
          <a:ln w="12700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78655FE4-1A12-92A1-DAC2-7DF5CF223F71}"/>
              </a:ext>
            </a:extLst>
          </p:cNvPr>
          <p:cNvGrpSpPr/>
          <p:nvPr/>
        </p:nvGrpSpPr>
        <p:grpSpPr>
          <a:xfrm>
            <a:off x="6669692" y="4744710"/>
            <a:ext cx="1403648" cy="338554"/>
            <a:chOff x="5654458" y="4760167"/>
            <a:chExt cx="1403648" cy="338554"/>
          </a:xfrm>
        </p:grpSpPr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3E4EDE5C-47AA-F443-681E-AB8A1E6E11C3}"/>
                </a:ext>
              </a:extLst>
            </p:cNvPr>
            <p:cNvSpPr txBox="1"/>
            <p:nvPr/>
          </p:nvSpPr>
          <p:spPr>
            <a:xfrm>
              <a:off x="5856739" y="4760167"/>
              <a:ext cx="120136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边缘节点</a:t>
              </a:r>
              <a:r>
                <a: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pic>
          <p:nvPicPr>
            <p:cNvPr id="170" name="图形 169">
              <a:extLst>
                <a:ext uri="{FF2B5EF4-FFF2-40B4-BE49-F238E27FC236}">
                  <a16:creationId xmlns:a16="http://schemas.microsoft.com/office/drawing/2014/main" id="{4F017ED4-5E50-4BE3-598D-8298ED14EC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654458" y="4802948"/>
              <a:ext cx="246221" cy="246221"/>
            </a:xfrm>
            <a:prstGeom prst="rect">
              <a:avLst/>
            </a:prstGeom>
          </p:spPr>
        </p:pic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184BEE77-4626-B024-62BB-9CE7CAD9140B}"/>
              </a:ext>
            </a:extLst>
          </p:cNvPr>
          <p:cNvGrpSpPr/>
          <p:nvPr/>
        </p:nvGrpSpPr>
        <p:grpSpPr>
          <a:xfrm>
            <a:off x="10190868" y="4631228"/>
            <a:ext cx="1704956" cy="565519"/>
            <a:chOff x="10190868" y="4631228"/>
            <a:chExt cx="1704956" cy="565519"/>
          </a:xfrm>
        </p:grpSpPr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5AEF6812-9CF9-6DB4-474F-696068DEA002}"/>
                </a:ext>
              </a:extLst>
            </p:cNvPr>
            <p:cNvGrpSpPr/>
            <p:nvPr/>
          </p:nvGrpSpPr>
          <p:grpSpPr>
            <a:xfrm>
              <a:off x="10337636" y="4760167"/>
              <a:ext cx="1411420" cy="338554"/>
              <a:chOff x="9454881" y="4760167"/>
              <a:chExt cx="1411420" cy="338554"/>
            </a:xfrm>
          </p:grpSpPr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5AF5A39A-9253-ACAA-0E7F-A77BACED9050}"/>
                  </a:ext>
                </a:extLst>
              </p:cNvPr>
              <p:cNvSpPr txBox="1"/>
              <p:nvPr/>
            </p:nvSpPr>
            <p:spPr>
              <a:xfrm>
                <a:off x="9642424" y="4760167"/>
                <a:ext cx="122387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边缘节点</a:t>
                </a:r>
                <a:r>
                  <a:rPr lang="en-US" altLang="zh-CN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pic>
            <p:nvPicPr>
              <p:cNvPr id="171" name="图形 170">
                <a:extLst>
                  <a:ext uri="{FF2B5EF4-FFF2-40B4-BE49-F238E27FC236}">
                    <a16:creationId xmlns:a16="http://schemas.microsoft.com/office/drawing/2014/main" id="{8AF5146F-974A-E4D9-D026-0EDD811A0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454881" y="4802948"/>
                <a:ext cx="246221" cy="246221"/>
              </a:xfrm>
              <a:prstGeom prst="rect">
                <a:avLst/>
              </a:prstGeom>
            </p:spPr>
          </p:pic>
        </p:grp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5C1A66D4-E0C0-63B7-A595-8971B11BE101}"/>
                </a:ext>
              </a:extLst>
            </p:cNvPr>
            <p:cNvSpPr/>
            <p:nvPr/>
          </p:nvSpPr>
          <p:spPr>
            <a:xfrm>
              <a:off x="10190868" y="4631228"/>
              <a:ext cx="1704956" cy="565519"/>
            </a:xfrm>
            <a:prstGeom prst="roundRect">
              <a:avLst>
                <a:gd name="adj" fmla="val 20882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8DB131D-643A-73C3-1A23-099C71C5ABE8}"/>
              </a:ext>
            </a:extLst>
          </p:cNvPr>
          <p:cNvGrpSpPr/>
          <p:nvPr/>
        </p:nvGrpSpPr>
        <p:grpSpPr>
          <a:xfrm>
            <a:off x="1776179" y="5686660"/>
            <a:ext cx="2496489" cy="835883"/>
            <a:chOff x="1767417" y="5681423"/>
            <a:chExt cx="2496489" cy="835883"/>
          </a:xfrm>
        </p:grpSpPr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998F86DC-BF26-73D0-594F-AF1745C8BE8C}"/>
                </a:ext>
              </a:extLst>
            </p:cNvPr>
            <p:cNvGrpSpPr/>
            <p:nvPr/>
          </p:nvGrpSpPr>
          <p:grpSpPr>
            <a:xfrm>
              <a:off x="1767417" y="5681423"/>
              <a:ext cx="2496489" cy="835883"/>
              <a:chOff x="1767417" y="5719527"/>
              <a:chExt cx="2496489" cy="835883"/>
            </a:xfrm>
          </p:grpSpPr>
          <p:sp>
            <p:nvSpPr>
              <p:cNvPr id="157" name="矩形: 圆角 156">
                <a:extLst>
                  <a:ext uri="{FF2B5EF4-FFF2-40B4-BE49-F238E27FC236}">
                    <a16:creationId xmlns:a16="http://schemas.microsoft.com/office/drawing/2014/main" id="{4004903B-141C-8E1D-7B94-BD799093989D}"/>
                  </a:ext>
                </a:extLst>
              </p:cNvPr>
              <p:cNvSpPr/>
              <p:nvPr/>
            </p:nvSpPr>
            <p:spPr>
              <a:xfrm>
                <a:off x="1767417" y="5719527"/>
                <a:ext cx="2496489" cy="835883"/>
              </a:xfrm>
              <a:prstGeom prst="roundRect">
                <a:avLst>
                  <a:gd name="adj" fmla="val 11433"/>
                </a:avLst>
              </a:prstGeom>
              <a:noFill/>
              <a:ln w="12700">
                <a:solidFill>
                  <a:srgbClr val="718BE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zh-CN" altLang="en-US" sz="10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A245D364-ADDC-2223-0885-5F4E754523EC}"/>
                  </a:ext>
                </a:extLst>
              </p:cNvPr>
              <p:cNvSpPr txBox="1"/>
              <p:nvPr/>
            </p:nvSpPr>
            <p:spPr>
              <a:xfrm>
                <a:off x="1897724" y="6183154"/>
                <a:ext cx="225340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1E46D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桥吊、轨道吊、</a:t>
                </a:r>
                <a:r>
                  <a:rPr kumimoji="0" lang="en-US" altLang="zh-CN" sz="1000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1E46D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AGV</a:t>
                </a:r>
                <a:r>
                  <a:rPr kumimoji="0" lang="zh-CN" altLang="en-US" sz="1000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1E46D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等</a:t>
                </a:r>
              </a:p>
            </p:txBody>
          </p:sp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C7DD7D9B-393A-B063-E290-B0CD9B4A2B45}"/>
                  </a:ext>
                </a:extLst>
              </p:cNvPr>
              <p:cNvSpPr txBox="1"/>
              <p:nvPr/>
            </p:nvSpPr>
            <p:spPr>
              <a:xfrm>
                <a:off x="2682775" y="5854126"/>
                <a:ext cx="105008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工业设备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3" name="图形 2">
              <a:extLst>
                <a:ext uri="{FF2B5EF4-FFF2-40B4-BE49-F238E27FC236}">
                  <a16:creationId xmlns:a16="http://schemas.microsoft.com/office/drawing/2014/main" id="{5655E3D6-515C-29CD-877B-ADD52AC7E5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397147" y="5864166"/>
              <a:ext cx="328163" cy="232740"/>
            </a:xfrm>
            <a:prstGeom prst="rect">
              <a:avLst/>
            </a:prstGeom>
          </p:spPr>
        </p:pic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9CDFE2EC-5662-B630-57E1-8F7942B9E152}"/>
              </a:ext>
            </a:extLst>
          </p:cNvPr>
          <p:cNvGrpSpPr/>
          <p:nvPr/>
        </p:nvGrpSpPr>
        <p:grpSpPr>
          <a:xfrm>
            <a:off x="10187918" y="5979679"/>
            <a:ext cx="1704956" cy="565519"/>
            <a:chOff x="10187918" y="5979679"/>
            <a:chExt cx="1704956" cy="565519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DF1816BB-AB45-EC88-5B52-2D872D3B0879}"/>
                </a:ext>
              </a:extLst>
            </p:cNvPr>
            <p:cNvGrpSpPr/>
            <p:nvPr/>
          </p:nvGrpSpPr>
          <p:grpSpPr>
            <a:xfrm>
              <a:off x="10334686" y="6095470"/>
              <a:ext cx="1411420" cy="338554"/>
              <a:chOff x="9454881" y="4733071"/>
              <a:chExt cx="1411420" cy="338554"/>
            </a:xfrm>
          </p:grpSpPr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F34E3DF5-5D86-56DE-8FF1-28A65DDE9432}"/>
                  </a:ext>
                </a:extLst>
              </p:cNvPr>
              <p:cNvSpPr txBox="1"/>
              <p:nvPr/>
            </p:nvSpPr>
            <p:spPr>
              <a:xfrm>
                <a:off x="9642424" y="4733071"/>
                <a:ext cx="122387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边缘节点</a:t>
                </a:r>
                <a:r>
                  <a:rPr lang="en-US" altLang="zh-CN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</a:p>
            </p:txBody>
          </p:sp>
          <p:pic>
            <p:nvPicPr>
              <p:cNvPr id="80" name="图形 79">
                <a:extLst>
                  <a:ext uri="{FF2B5EF4-FFF2-40B4-BE49-F238E27FC236}">
                    <a16:creationId xmlns:a16="http://schemas.microsoft.com/office/drawing/2014/main" id="{E3CA42D4-4071-232F-6255-59BFF775E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454881" y="4782626"/>
                <a:ext cx="246221" cy="246221"/>
              </a:xfrm>
              <a:prstGeom prst="rect">
                <a:avLst/>
              </a:prstGeom>
            </p:spPr>
          </p:pic>
        </p:grpSp>
        <p:sp>
          <p:nvSpPr>
            <p:cNvPr id="93" name="矩形: 圆角 92">
              <a:extLst>
                <a:ext uri="{FF2B5EF4-FFF2-40B4-BE49-F238E27FC236}">
                  <a16:creationId xmlns:a16="http://schemas.microsoft.com/office/drawing/2014/main" id="{BF51A4F6-B6CC-5AF5-A0D6-75D61663D54B}"/>
                </a:ext>
              </a:extLst>
            </p:cNvPr>
            <p:cNvSpPr/>
            <p:nvPr/>
          </p:nvSpPr>
          <p:spPr>
            <a:xfrm>
              <a:off x="10187918" y="5979679"/>
              <a:ext cx="1704956" cy="565519"/>
            </a:xfrm>
            <a:prstGeom prst="roundRect">
              <a:avLst>
                <a:gd name="adj" fmla="val 20882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4DC2B81A-C771-5311-06DF-07049C268416}"/>
              </a:ext>
            </a:extLst>
          </p:cNvPr>
          <p:cNvGrpSpPr/>
          <p:nvPr/>
        </p:nvGrpSpPr>
        <p:grpSpPr>
          <a:xfrm>
            <a:off x="10187918" y="5312960"/>
            <a:ext cx="1704956" cy="565519"/>
            <a:chOff x="10187918" y="5312960"/>
            <a:chExt cx="1704956" cy="565519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A6161F9C-D675-D921-25B0-90717CAE212C}"/>
                </a:ext>
              </a:extLst>
            </p:cNvPr>
            <p:cNvGrpSpPr/>
            <p:nvPr/>
          </p:nvGrpSpPr>
          <p:grpSpPr>
            <a:xfrm>
              <a:off x="10334686" y="5441579"/>
              <a:ext cx="1411420" cy="338554"/>
              <a:chOff x="9454881" y="4760167"/>
              <a:chExt cx="1411420" cy="338554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1868B1CE-3808-DC82-2144-CFC95A42EDC2}"/>
                  </a:ext>
                </a:extLst>
              </p:cNvPr>
              <p:cNvSpPr txBox="1"/>
              <p:nvPr/>
            </p:nvSpPr>
            <p:spPr>
              <a:xfrm>
                <a:off x="9642424" y="4760167"/>
                <a:ext cx="122387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边缘节点</a:t>
                </a:r>
                <a:r>
                  <a:rPr lang="en-US" altLang="zh-CN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pic>
            <p:nvPicPr>
              <p:cNvPr id="62" name="图形 61">
                <a:extLst>
                  <a:ext uri="{FF2B5EF4-FFF2-40B4-BE49-F238E27FC236}">
                    <a16:creationId xmlns:a16="http://schemas.microsoft.com/office/drawing/2014/main" id="{3F165301-B901-EFCE-275A-2D065A5B20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454881" y="4802948"/>
                <a:ext cx="246221" cy="246221"/>
              </a:xfrm>
              <a:prstGeom prst="rect">
                <a:avLst/>
              </a:prstGeom>
            </p:spPr>
          </p:pic>
        </p:grpSp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067729C1-5708-56F5-1678-FC60955C1653}"/>
                </a:ext>
              </a:extLst>
            </p:cNvPr>
            <p:cNvSpPr/>
            <p:nvPr/>
          </p:nvSpPr>
          <p:spPr>
            <a:xfrm>
              <a:off x="10187918" y="5312960"/>
              <a:ext cx="1704956" cy="565519"/>
            </a:xfrm>
            <a:prstGeom prst="roundRect">
              <a:avLst>
                <a:gd name="adj" fmla="val 20882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EE44505D-BE0B-823F-F184-7C5B7AE70481}"/>
              </a:ext>
            </a:extLst>
          </p:cNvPr>
          <p:cNvGrpSpPr/>
          <p:nvPr/>
        </p:nvGrpSpPr>
        <p:grpSpPr>
          <a:xfrm>
            <a:off x="4811732" y="5196746"/>
            <a:ext cx="1191822" cy="1247450"/>
            <a:chOff x="4811732" y="5196747"/>
            <a:chExt cx="1191822" cy="1247450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4304D2D1-9E28-A923-F4C2-16005DAFCE30}"/>
                </a:ext>
              </a:extLst>
            </p:cNvPr>
            <p:cNvSpPr/>
            <p:nvPr/>
          </p:nvSpPr>
          <p:spPr>
            <a:xfrm>
              <a:off x="4811732" y="5196747"/>
              <a:ext cx="1191822" cy="1247450"/>
            </a:xfrm>
            <a:prstGeom prst="roundRect">
              <a:avLst>
                <a:gd name="adj" fmla="val 1038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019718BA-87FF-7AC4-6D6D-1CD83FB69BB0}"/>
                </a:ext>
              </a:extLst>
            </p:cNvPr>
            <p:cNvGrpSpPr/>
            <p:nvPr/>
          </p:nvGrpSpPr>
          <p:grpSpPr>
            <a:xfrm>
              <a:off x="4953456" y="5328766"/>
              <a:ext cx="934796" cy="584775"/>
              <a:chOff x="4972912" y="5289854"/>
              <a:chExt cx="934796" cy="584775"/>
            </a:xfrm>
          </p:grpSpPr>
          <p:pic>
            <p:nvPicPr>
              <p:cNvPr id="135" name="图形 134">
                <a:extLst>
                  <a:ext uri="{FF2B5EF4-FFF2-40B4-BE49-F238E27FC236}">
                    <a16:creationId xmlns:a16="http://schemas.microsoft.com/office/drawing/2014/main" id="{0C054906-7F52-35EC-DE54-E0211726C3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972912" y="5435074"/>
                <a:ext cx="294336" cy="294336"/>
              </a:xfrm>
              <a:prstGeom prst="rect">
                <a:avLst/>
              </a:prstGeom>
            </p:spPr>
          </p:pic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C8EE8C27-5EE7-4F7A-0E37-E2F3215B87A0}"/>
                  </a:ext>
                </a:extLst>
              </p:cNvPr>
              <p:cNvSpPr txBox="1"/>
              <p:nvPr/>
            </p:nvSpPr>
            <p:spPr>
              <a:xfrm>
                <a:off x="5264150" y="5289854"/>
                <a:ext cx="64355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上行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模块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0A11F3D9-E4C3-2D68-BC94-53E3B6702211}"/>
                </a:ext>
              </a:extLst>
            </p:cNvPr>
            <p:cNvSpPr txBox="1"/>
            <p:nvPr/>
          </p:nvSpPr>
          <p:spPr>
            <a:xfrm>
              <a:off x="4864834" y="5935038"/>
              <a:ext cx="10856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lang="zh-CN" altLang="en-US" sz="1000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保证数据稳定传输至中心</a:t>
              </a:r>
              <a:endPara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BDCD7513-0F2B-C770-278B-9444CB0C0CE6}"/>
              </a:ext>
            </a:extLst>
          </p:cNvPr>
          <p:cNvGrpSpPr/>
          <p:nvPr/>
        </p:nvGrpSpPr>
        <p:grpSpPr>
          <a:xfrm>
            <a:off x="7437928" y="5196746"/>
            <a:ext cx="1191822" cy="1247450"/>
            <a:chOff x="7437928" y="5196746"/>
            <a:chExt cx="1191822" cy="1247450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5DE3B555-9444-AED9-FA44-46FE06B7FCE6}"/>
                </a:ext>
              </a:extLst>
            </p:cNvPr>
            <p:cNvSpPr/>
            <p:nvPr/>
          </p:nvSpPr>
          <p:spPr>
            <a:xfrm>
              <a:off x="7437928" y="5196746"/>
              <a:ext cx="1191822" cy="1247450"/>
            </a:xfrm>
            <a:prstGeom prst="roundRect">
              <a:avLst>
                <a:gd name="adj" fmla="val 1038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D56AA461-BBD4-8A07-075A-61571C5D59E0}"/>
                </a:ext>
              </a:extLst>
            </p:cNvPr>
            <p:cNvGrpSpPr/>
            <p:nvPr/>
          </p:nvGrpSpPr>
          <p:grpSpPr>
            <a:xfrm>
              <a:off x="7579302" y="5328766"/>
              <a:ext cx="934796" cy="584775"/>
              <a:chOff x="4972912" y="5289854"/>
              <a:chExt cx="934796" cy="584775"/>
            </a:xfrm>
          </p:grpSpPr>
          <p:pic>
            <p:nvPicPr>
              <p:cNvPr id="159" name="图形 158">
                <a:extLst>
                  <a:ext uri="{FF2B5EF4-FFF2-40B4-BE49-F238E27FC236}">
                    <a16:creationId xmlns:a16="http://schemas.microsoft.com/office/drawing/2014/main" id="{988B4F15-CBB6-7FB8-89A1-397D4368A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972912" y="5435074"/>
                <a:ext cx="294336" cy="294336"/>
              </a:xfrm>
              <a:prstGeom prst="rect">
                <a:avLst/>
              </a:prstGeom>
            </p:spPr>
          </p:pic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F68A7820-E66B-601F-01F1-B1B7F19B1A98}"/>
                  </a:ext>
                </a:extLst>
              </p:cNvPr>
              <p:cNvSpPr txBox="1"/>
              <p:nvPr/>
            </p:nvSpPr>
            <p:spPr>
              <a:xfrm>
                <a:off x="5264150" y="5289854"/>
                <a:ext cx="64355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采集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模块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F3309A62-C8BE-854A-F12B-0649DEAF524B}"/>
                </a:ext>
              </a:extLst>
            </p:cNvPr>
            <p:cNvSpPr txBox="1"/>
            <p:nvPr/>
          </p:nvSpPr>
          <p:spPr>
            <a:xfrm>
              <a:off x="7490680" y="5935038"/>
              <a:ext cx="10856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lang="zh-CN" altLang="en-US" sz="1000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协议适配、数据采集等</a:t>
              </a:r>
            </a:p>
          </p:txBody>
        </p: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DA274D5B-D4A2-1B49-FD87-1715892F9A4B}"/>
              </a:ext>
            </a:extLst>
          </p:cNvPr>
          <p:cNvGrpSpPr/>
          <p:nvPr/>
        </p:nvGrpSpPr>
        <p:grpSpPr>
          <a:xfrm>
            <a:off x="6121612" y="5196746"/>
            <a:ext cx="1191822" cy="1247450"/>
            <a:chOff x="6121612" y="5196746"/>
            <a:chExt cx="1191822" cy="1247450"/>
          </a:xfrm>
        </p:grpSpPr>
        <p:sp>
          <p:nvSpPr>
            <p:cNvPr id="118" name="矩形: 圆角 117">
              <a:extLst>
                <a:ext uri="{FF2B5EF4-FFF2-40B4-BE49-F238E27FC236}">
                  <a16:creationId xmlns:a16="http://schemas.microsoft.com/office/drawing/2014/main" id="{E21E05B8-150D-7087-340B-15DC34575688}"/>
                </a:ext>
              </a:extLst>
            </p:cNvPr>
            <p:cNvSpPr/>
            <p:nvPr/>
          </p:nvSpPr>
          <p:spPr>
            <a:xfrm>
              <a:off x="6121612" y="5196746"/>
              <a:ext cx="1191822" cy="1247450"/>
            </a:xfrm>
            <a:prstGeom prst="roundRect">
              <a:avLst>
                <a:gd name="adj" fmla="val 1038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64765F14-4E9A-80B5-C8E5-B7E241F6C878}"/>
                </a:ext>
              </a:extLst>
            </p:cNvPr>
            <p:cNvSpPr txBox="1"/>
            <p:nvPr/>
          </p:nvSpPr>
          <p:spPr>
            <a:xfrm>
              <a:off x="6177932" y="5935038"/>
              <a:ext cx="10856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i="0" u="none" strike="noStrike" kern="1200" cap="none" spc="100" normalizeH="0" baseline="0" noProof="0" dirty="0" err="1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SQLlite</a:t>
              </a:r>
              <a:endParaRPr kumimoji="0" lang="en-US" altLang="zh-CN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数据缓存</a:t>
              </a:r>
            </a:p>
          </p:txBody>
        </p: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15674703-5A6E-4FA9-3BFB-8100EE42F508}"/>
                </a:ext>
              </a:extLst>
            </p:cNvPr>
            <p:cNvGrpSpPr/>
            <p:nvPr/>
          </p:nvGrpSpPr>
          <p:grpSpPr>
            <a:xfrm>
              <a:off x="6245827" y="5328766"/>
              <a:ext cx="955523" cy="584775"/>
              <a:chOff x="6245827" y="5328766"/>
              <a:chExt cx="955523" cy="584775"/>
            </a:xfrm>
          </p:grpSpPr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D64C43D9-FBFA-5D25-1520-FE24D772DF9A}"/>
                  </a:ext>
                </a:extLst>
              </p:cNvPr>
              <p:cNvSpPr txBox="1"/>
              <p:nvPr/>
            </p:nvSpPr>
            <p:spPr>
              <a:xfrm>
                <a:off x="6557792" y="5328766"/>
                <a:ext cx="64355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边缘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缓存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83" name="图形 182">
                <a:extLst>
                  <a:ext uri="{FF2B5EF4-FFF2-40B4-BE49-F238E27FC236}">
                    <a16:creationId xmlns:a16="http://schemas.microsoft.com/office/drawing/2014/main" id="{FCDF6F99-95AB-5388-F621-CC461208DB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6245827" y="5438592"/>
                <a:ext cx="369042" cy="369042"/>
              </a:xfrm>
              <a:prstGeom prst="rect">
                <a:avLst/>
              </a:prstGeom>
            </p:spPr>
          </p:pic>
        </p:grpSp>
      </p:grp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2C6A277B-B527-AE5D-3477-3CBF8A442B95}"/>
              </a:ext>
            </a:extLst>
          </p:cNvPr>
          <p:cNvGrpSpPr/>
          <p:nvPr/>
        </p:nvGrpSpPr>
        <p:grpSpPr>
          <a:xfrm>
            <a:off x="8745278" y="5196746"/>
            <a:ext cx="1191822" cy="1247450"/>
            <a:chOff x="8745278" y="5196746"/>
            <a:chExt cx="1191822" cy="1247450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8B65D4BA-9A82-662F-2DCF-22DB84E5F3E5}"/>
                </a:ext>
              </a:extLst>
            </p:cNvPr>
            <p:cNvSpPr/>
            <p:nvPr/>
          </p:nvSpPr>
          <p:spPr>
            <a:xfrm>
              <a:off x="8745278" y="5196746"/>
              <a:ext cx="1191822" cy="1247450"/>
            </a:xfrm>
            <a:prstGeom prst="roundRect">
              <a:avLst>
                <a:gd name="adj" fmla="val 1038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7FBA75ED-607F-00C2-4DBF-07E5DC1C2ED2}"/>
                </a:ext>
              </a:extLst>
            </p:cNvPr>
            <p:cNvSpPr txBox="1"/>
            <p:nvPr/>
          </p:nvSpPr>
          <p:spPr>
            <a:xfrm>
              <a:off x="8803914" y="5935038"/>
              <a:ext cx="10856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桥吊、轨道吊、</a:t>
              </a:r>
              <a:r>
                <a:rPr kumimoji="0" lang="en-US" altLang="zh-CN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AGV</a:t>
              </a: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等</a:t>
              </a:r>
            </a:p>
          </p:txBody>
        </p:sp>
        <p:grpSp>
          <p:nvGrpSpPr>
            <p:cNvPr id="187" name="组合 186">
              <a:extLst>
                <a:ext uri="{FF2B5EF4-FFF2-40B4-BE49-F238E27FC236}">
                  <a16:creationId xmlns:a16="http://schemas.microsoft.com/office/drawing/2014/main" id="{200F9EC7-45BE-C867-754A-EEC57BCB0BAE}"/>
                </a:ext>
              </a:extLst>
            </p:cNvPr>
            <p:cNvGrpSpPr/>
            <p:nvPr/>
          </p:nvGrpSpPr>
          <p:grpSpPr>
            <a:xfrm>
              <a:off x="8892248" y="5328766"/>
              <a:ext cx="935084" cy="584775"/>
              <a:chOff x="8892248" y="5328766"/>
              <a:chExt cx="935084" cy="584775"/>
            </a:xfrm>
          </p:grpSpPr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7C8C03E9-93BF-34F8-5217-17111471DEFF}"/>
                  </a:ext>
                </a:extLst>
              </p:cNvPr>
              <p:cNvSpPr txBox="1"/>
              <p:nvPr/>
            </p:nvSpPr>
            <p:spPr>
              <a:xfrm>
                <a:off x="9183774" y="5328766"/>
                <a:ext cx="64355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工业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设备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86" name="图形 185">
                <a:extLst>
                  <a:ext uri="{FF2B5EF4-FFF2-40B4-BE49-F238E27FC236}">
                    <a16:creationId xmlns:a16="http://schemas.microsoft.com/office/drawing/2014/main" id="{0E40F09C-5334-2F12-B41E-D138462D27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8892248" y="5504783"/>
                <a:ext cx="328163" cy="232740"/>
              </a:xfrm>
              <a:prstGeom prst="rect">
                <a:avLst/>
              </a:prstGeom>
            </p:spPr>
          </p:pic>
        </p:grpSp>
      </p:grp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2A37A90C-040F-1391-3FED-62A57B624E29}"/>
              </a:ext>
            </a:extLst>
          </p:cNvPr>
          <p:cNvCxnSpPr>
            <a:cxnSpLocks/>
            <a:stCxn id="90" idx="0"/>
          </p:cNvCxnSpPr>
          <p:nvPr/>
        </p:nvCxnSpPr>
        <p:spPr>
          <a:xfrm flipV="1">
            <a:off x="3030806" y="3974662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1C54D2A7-9608-BB9C-EF34-1A062E1A7540}"/>
              </a:ext>
            </a:extLst>
          </p:cNvPr>
          <p:cNvCxnSpPr>
            <a:stCxn id="157" idx="0"/>
            <a:endCxn id="150" idx="2"/>
          </p:cNvCxnSpPr>
          <p:nvPr/>
        </p:nvCxnSpPr>
        <p:spPr>
          <a:xfrm flipV="1">
            <a:off x="3024424" y="5524267"/>
            <a:ext cx="1208" cy="162393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>
            <a:extLst>
              <a:ext uri="{FF2B5EF4-FFF2-40B4-BE49-F238E27FC236}">
                <a16:creationId xmlns:a16="http://schemas.microsoft.com/office/drawing/2014/main" id="{D2C44679-E196-88C9-0789-EE4AEEFA4350}"/>
              </a:ext>
            </a:extLst>
          </p:cNvPr>
          <p:cNvCxnSpPr>
            <a:stCxn id="118" idx="1"/>
            <a:endCxn id="110" idx="3"/>
          </p:cNvCxnSpPr>
          <p:nvPr/>
        </p:nvCxnSpPr>
        <p:spPr>
          <a:xfrm flipH="1">
            <a:off x="6003554" y="5820471"/>
            <a:ext cx="118058" cy="0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DE0F0B4D-8DA9-4C6A-207B-D9B5A2C7BBCC}"/>
              </a:ext>
            </a:extLst>
          </p:cNvPr>
          <p:cNvCxnSpPr>
            <a:stCxn id="116" idx="1"/>
            <a:endCxn id="118" idx="3"/>
          </p:cNvCxnSpPr>
          <p:nvPr/>
        </p:nvCxnSpPr>
        <p:spPr>
          <a:xfrm flipH="1">
            <a:off x="7313434" y="5820471"/>
            <a:ext cx="124494" cy="0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CC4E9E17-FA38-6BA8-3F0E-D48DA75AE864}"/>
              </a:ext>
            </a:extLst>
          </p:cNvPr>
          <p:cNvCxnSpPr>
            <a:stCxn id="115" idx="1"/>
            <a:endCxn id="116" idx="3"/>
          </p:cNvCxnSpPr>
          <p:nvPr/>
        </p:nvCxnSpPr>
        <p:spPr>
          <a:xfrm flipH="1">
            <a:off x="8629750" y="5820471"/>
            <a:ext cx="115528" cy="0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40D4F191-9B07-EDA4-37D5-F8B591CF5ACA}"/>
              </a:ext>
            </a:extLst>
          </p:cNvPr>
          <p:cNvCxnSpPr>
            <a:stCxn id="100" idx="0"/>
          </p:cNvCxnSpPr>
          <p:nvPr/>
        </p:nvCxnSpPr>
        <p:spPr>
          <a:xfrm flipV="1">
            <a:off x="8288366" y="3974662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845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2C63F-ADFA-9C0A-2A7A-D217E8372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7530E4E0-762D-AA28-96D2-01F2C508F187}"/>
              </a:ext>
            </a:extLst>
          </p:cNvPr>
          <p:cNvSpPr/>
          <p:nvPr/>
        </p:nvSpPr>
        <p:spPr>
          <a:xfrm>
            <a:off x="171449" y="813918"/>
            <a:ext cx="11849101" cy="1026169"/>
          </a:xfrm>
          <a:prstGeom prst="roundRect">
            <a:avLst>
              <a:gd name="adj" fmla="val 11433"/>
            </a:avLst>
          </a:prstGeom>
          <a:noFill/>
          <a:ln w="9525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63DE5EB-89A9-0559-72E5-DC5C6B8E9CD4}"/>
              </a:ext>
            </a:extLst>
          </p:cNvPr>
          <p:cNvSpPr/>
          <p:nvPr/>
        </p:nvSpPr>
        <p:spPr>
          <a:xfrm>
            <a:off x="171449" y="2542955"/>
            <a:ext cx="11849101" cy="1600420"/>
          </a:xfrm>
          <a:prstGeom prst="roundRect">
            <a:avLst>
              <a:gd name="adj" fmla="val 11433"/>
            </a:avLst>
          </a:prstGeom>
          <a:noFill/>
          <a:ln w="9525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5A7AF9FD-466D-F83B-9D29-751191AB3833}"/>
              </a:ext>
            </a:extLst>
          </p:cNvPr>
          <p:cNvSpPr/>
          <p:nvPr/>
        </p:nvSpPr>
        <p:spPr>
          <a:xfrm>
            <a:off x="171449" y="4843808"/>
            <a:ext cx="11849101" cy="1866873"/>
          </a:xfrm>
          <a:prstGeom prst="roundRect">
            <a:avLst>
              <a:gd name="adj" fmla="val 11433"/>
            </a:avLst>
          </a:prstGeom>
          <a:noFill/>
          <a:ln w="9525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9B77689-E1F6-D082-3349-390FCA8DBCEE}"/>
              </a:ext>
            </a:extLst>
          </p:cNvPr>
          <p:cNvSpPr/>
          <p:nvPr/>
        </p:nvSpPr>
        <p:spPr>
          <a:xfrm>
            <a:off x="2339260" y="5884627"/>
            <a:ext cx="851767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桥吊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753111F-4363-632C-8760-E96ECC8273B2}"/>
              </a:ext>
            </a:extLst>
          </p:cNvPr>
          <p:cNvSpPr/>
          <p:nvPr/>
        </p:nvSpPr>
        <p:spPr>
          <a:xfrm>
            <a:off x="3254469" y="5884627"/>
            <a:ext cx="851767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轨道吊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CBC0182-3A2D-DA98-8831-BF28E33FD80F}"/>
              </a:ext>
            </a:extLst>
          </p:cNvPr>
          <p:cNvSpPr/>
          <p:nvPr/>
        </p:nvSpPr>
        <p:spPr>
          <a:xfrm>
            <a:off x="4169678" y="5884627"/>
            <a:ext cx="851767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AGV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831D0D0-0978-2BBA-AFE4-F07E8983F3A3}"/>
              </a:ext>
            </a:extLst>
          </p:cNvPr>
          <p:cNvSpPr/>
          <p:nvPr/>
        </p:nvSpPr>
        <p:spPr>
          <a:xfrm>
            <a:off x="5084888" y="5884627"/>
            <a:ext cx="559628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EC64A95-599B-A9F3-C400-99989B134BC7}"/>
              </a:ext>
            </a:extLst>
          </p:cNvPr>
          <p:cNvSpPr/>
          <p:nvPr/>
        </p:nvSpPr>
        <p:spPr>
          <a:xfrm>
            <a:off x="6309074" y="5884627"/>
            <a:ext cx="559629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S7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5609D63-B77F-D460-8D3D-68C6BB84ACB4}"/>
              </a:ext>
            </a:extLst>
          </p:cNvPr>
          <p:cNvSpPr/>
          <p:nvPr/>
        </p:nvSpPr>
        <p:spPr>
          <a:xfrm>
            <a:off x="6932145" y="5884627"/>
            <a:ext cx="1107995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 SRTP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8E4794A-4BCD-2034-7356-A457E528461A}"/>
              </a:ext>
            </a:extLst>
          </p:cNvPr>
          <p:cNvSpPr/>
          <p:nvPr/>
        </p:nvSpPr>
        <p:spPr>
          <a:xfrm>
            <a:off x="8103582" y="5884627"/>
            <a:ext cx="851767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OPC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18E66C9-D0F9-29C2-CF97-D85B76BCE524}"/>
              </a:ext>
            </a:extLst>
          </p:cNvPr>
          <p:cNvSpPr/>
          <p:nvPr/>
        </p:nvSpPr>
        <p:spPr>
          <a:xfrm>
            <a:off x="9018791" y="5884627"/>
            <a:ext cx="559628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箭头: 左右 23">
            <a:extLst>
              <a:ext uri="{FF2B5EF4-FFF2-40B4-BE49-F238E27FC236}">
                <a16:creationId xmlns:a16="http://schemas.microsoft.com/office/drawing/2014/main" id="{D8A08C18-89D7-3665-4F60-6B0155BF5A0D}"/>
              </a:ext>
            </a:extLst>
          </p:cNvPr>
          <p:cNvSpPr/>
          <p:nvPr/>
        </p:nvSpPr>
        <p:spPr>
          <a:xfrm>
            <a:off x="5740923" y="6026399"/>
            <a:ext cx="435834" cy="207247"/>
          </a:xfrm>
          <a:prstGeom prst="left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2D059CD0-9CB8-D700-8E99-EFF5EE8997B0}"/>
              </a:ext>
            </a:extLst>
          </p:cNvPr>
          <p:cNvSpPr txBox="1">
            <a:spLocks/>
          </p:cNvSpPr>
          <p:nvPr/>
        </p:nvSpPr>
        <p:spPr>
          <a:xfrm>
            <a:off x="697807" y="135992"/>
            <a:ext cx="6102385" cy="374970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kumimoji="1" lang="zh-CN" altLang="en-US" sz="2400" b="1" i="0" kern="12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POSans B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46D1">
                    <a:lumMod val="5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架构图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D42F5FC-E15A-C3B2-B03C-673CDA38928C}"/>
              </a:ext>
            </a:extLst>
          </p:cNvPr>
          <p:cNvSpPr/>
          <p:nvPr/>
        </p:nvSpPr>
        <p:spPr>
          <a:xfrm>
            <a:off x="282504" y="905850"/>
            <a:ext cx="1328790" cy="835883"/>
          </a:xfrm>
          <a:prstGeom prst="roundRect">
            <a:avLst>
              <a:gd name="adj" fmla="val 11433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12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人机协同</a:t>
            </a:r>
            <a:endParaRPr lang="en-US" altLang="zh-CN" sz="12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BD92CE1-E8A7-BE9B-27AD-FED319AC5EAE}"/>
              </a:ext>
            </a:extLst>
          </p:cNvPr>
          <p:cNvSpPr/>
          <p:nvPr/>
        </p:nvSpPr>
        <p:spPr>
          <a:xfrm>
            <a:off x="1690578" y="905850"/>
            <a:ext cx="2496489" cy="835883"/>
          </a:xfrm>
          <a:prstGeom prst="roundRect">
            <a:avLst>
              <a:gd name="adj" fmla="val 1143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C492B16-D247-4038-1431-BD55F03E7640}"/>
              </a:ext>
            </a:extLst>
          </p:cNvPr>
          <p:cNvSpPr/>
          <p:nvPr/>
        </p:nvSpPr>
        <p:spPr>
          <a:xfrm>
            <a:off x="4266351" y="905850"/>
            <a:ext cx="2496489" cy="835883"/>
          </a:xfrm>
          <a:prstGeom prst="roundRect">
            <a:avLst>
              <a:gd name="adj" fmla="val 1143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4BE51F7-535D-1588-1555-EC3EABBB73F1}"/>
              </a:ext>
            </a:extLst>
          </p:cNvPr>
          <p:cNvSpPr/>
          <p:nvPr/>
        </p:nvSpPr>
        <p:spPr>
          <a:xfrm>
            <a:off x="6842124" y="905850"/>
            <a:ext cx="2496489" cy="835883"/>
          </a:xfrm>
          <a:prstGeom prst="roundRect">
            <a:avLst>
              <a:gd name="adj" fmla="val 1143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2DC1B17-C79B-9F24-C6D3-1673717003B1}"/>
              </a:ext>
            </a:extLst>
          </p:cNvPr>
          <p:cNvSpPr/>
          <p:nvPr/>
        </p:nvSpPr>
        <p:spPr>
          <a:xfrm>
            <a:off x="9417897" y="905850"/>
            <a:ext cx="2496489" cy="835883"/>
          </a:xfrm>
          <a:prstGeom prst="roundRect">
            <a:avLst>
              <a:gd name="adj" fmla="val 1143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76CE72F-2CBC-D6AC-1072-B2700B6F446D}"/>
              </a:ext>
            </a:extLst>
          </p:cNvPr>
          <p:cNvSpPr txBox="1"/>
          <p:nvPr/>
        </p:nvSpPr>
        <p:spPr>
          <a:xfrm>
            <a:off x="1810915" y="1385422"/>
            <a:ext cx="2253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设备概览、实时监控、历史查询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D9F7A35-D49D-121B-1650-C2847104EA93}"/>
              </a:ext>
            </a:extLst>
          </p:cNvPr>
          <p:cNvGrpSpPr/>
          <p:nvPr/>
        </p:nvGrpSpPr>
        <p:grpSpPr>
          <a:xfrm>
            <a:off x="2058514" y="1014757"/>
            <a:ext cx="1759069" cy="358644"/>
            <a:chOff x="2053774" y="984442"/>
            <a:chExt cx="1759069" cy="358644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15F460F-AF4E-6484-6E56-D8BAD9BEC10D}"/>
                </a:ext>
              </a:extLst>
            </p:cNvPr>
            <p:cNvSpPr txBox="1"/>
            <p:nvPr/>
          </p:nvSpPr>
          <p:spPr>
            <a:xfrm>
              <a:off x="2339260" y="996463"/>
              <a:ext cx="147358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</a:t>
              </a:r>
              <a:r>
                <a: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</a:t>
              </a: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1" name="图形 40">
              <a:extLst>
                <a:ext uri="{FF2B5EF4-FFF2-40B4-BE49-F238E27FC236}">
                  <a16:creationId xmlns:a16="http://schemas.microsoft.com/office/drawing/2014/main" id="{49126693-D08E-7A10-7515-2FF639BBEC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53774" y="984442"/>
              <a:ext cx="358644" cy="358644"/>
            </a:xfrm>
            <a:prstGeom prst="rect">
              <a:avLst/>
            </a:prstGeom>
          </p:spPr>
        </p:pic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40A3218A-8520-1BD8-C839-4F122DF5322E}"/>
              </a:ext>
            </a:extLst>
          </p:cNvPr>
          <p:cNvSpPr txBox="1"/>
          <p:nvPr/>
        </p:nvSpPr>
        <p:spPr>
          <a:xfrm>
            <a:off x="4387895" y="1385422"/>
            <a:ext cx="2253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报表管理、节点管理、运行监控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875F655-188B-00E5-95E9-7A41AFC710A8}"/>
              </a:ext>
            </a:extLst>
          </p:cNvPr>
          <p:cNvSpPr txBox="1"/>
          <p:nvPr/>
        </p:nvSpPr>
        <p:spPr>
          <a:xfrm>
            <a:off x="4920112" y="1038799"/>
            <a:ext cx="1473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桌面</a:t>
            </a:r>
            <a:r>
              <a: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endParaRPr lang="en-US" altLang="zh-CN" sz="16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5B5D9D6C-449A-6366-3BDD-CF8258E91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626" y="1026778"/>
            <a:ext cx="358644" cy="358644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F2B22336-720A-6CE4-3B64-305258CEC724}"/>
              </a:ext>
            </a:extLst>
          </p:cNvPr>
          <p:cNvSpPr txBox="1"/>
          <p:nvPr/>
        </p:nvSpPr>
        <p:spPr>
          <a:xfrm>
            <a:off x="6949549" y="1385422"/>
            <a:ext cx="2253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结构化查询、自动化调用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5960935-E5A1-FE77-325B-A711988E0DC6}"/>
              </a:ext>
            </a:extLst>
          </p:cNvPr>
          <p:cNvSpPr txBox="1"/>
          <p:nvPr/>
        </p:nvSpPr>
        <p:spPr>
          <a:xfrm>
            <a:off x="7481766" y="1038799"/>
            <a:ext cx="1473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</a:t>
            </a:r>
            <a:r>
              <a:rPr lang="zh-CN" altLang="en-US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命令行</a:t>
            </a:r>
            <a:endParaRPr lang="en-US" altLang="zh-CN" sz="16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" name="图形 57">
            <a:extLst>
              <a:ext uri="{FF2B5EF4-FFF2-40B4-BE49-F238E27FC236}">
                <a16:creationId xmlns:a16="http://schemas.microsoft.com/office/drawing/2014/main" id="{4B031B08-B3DD-3ABB-9709-9AA3B7859F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7725" y="1026778"/>
            <a:ext cx="358644" cy="358644"/>
          </a:xfrm>
          <a:prstGeom prst="rect">
            <a:avLst/>
          </a:prstGeom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53E28CC9-63BD-5A27-141A-998FFDC27286}"/>
              </a:ext>
            </a:extLst>
          </p:cNvPr>
          <p:cNvSpPr txBox="1"/>
          <p:nvPr/>
        </p:nvSpPr>
        <p:spPr>
          <a:xfrm>
            <a:off x="9540997" y="1385422"/>
            <a:ext cx="2253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智能分析、策略执行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8FD840B-7DB0-94C2-25DE-5FECA49396C0}"/>
              </a:ext>
            </a:extLst>
          </p:cNvPr>
          <p:cNvSpPr txBox="1"/>
          <p:nvPr/>
        </p:nvSpPr>
        <p:spPr>
          <a:xfrm>
            <a:off x="10073214" y="1038799"/>
            <a:ext cx="1473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AI/</a:t>
            </a:r>
            <a:r>
              <a:rPr lang="zh-CN" altLang="en-US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</a:t>
            </a:r>
            <a:endParaRPr lang="en-US" altLang="zh-CN" sz="16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690265FD-966A-8DB7-05F6-3C60196F01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4428" y="1026778"/>
            <a:ext cx="358644" cy="358644"/>
          </a:xfrm>
          <a:prstGeom prst="rect">
            <a:avLst/>
          </a:prstGeom>
        </p:spPr>
      </p:pic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27648778-2DFC-32F7-4A92-B0C2B697B8C4}"/>
              </a:ext>
            </a:extLst>
          </p:cNvPr>
          <p:cNvSpPr/>
          <p:nvPr/>
        </p:nvSpPr>
        <p:spPr>
          <a:xfrm>
            <a:off x="171449" y="1931423"/>
            <a:ext cx="11849101" cy="522631"/>
          </a:xfrm>
          <a:prstGeom prst="roundRect">
            <a:avLst>
              <a:gd name="adj" fmla="val 21229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统一安全治理：</a:t>
            </a:r>
            <a:r>
              <a:rPr lang="zh-CN" altLang="en-US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身份认证、权限控制、操作审计</a:t>
            </a:r>
            <a:r>
              <a:rPr lang="en-US" altLang="zh-CN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0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0516D6E-C842-2FA0-1439-2678ABCFA824}"/>
              </a:ext>
            </a:extLst>
          </p:cNvPr>
          <p:cNvSpPr txBox="1"/>
          <p:nvPr/>
        </p:nvSpPr>
        <p:spPr>
          <a:xfrm>
            <a:off x="437311" y="1992683"/>
            <a:ext cx="1019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后端层 </a:t>
            </a:r>
            <a:endParaRPr lang="zh-CN" altLang="en-US" dirty="0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5A8712F7-C224-47C6-60B7-6BC9A0663BA3}"/>
              </a:ext>
            </a:extLst>
          </p:cNvPr>
          <p:cNvSpPr/>
          <p:nvPr/>
        </p:nvSpPr>
        <p:spPr>
          <a:xfrm>
            <a:off x="291191" y="2652287"/>
            <a:ext cx="1328790" cy="1300587"/>
          </a:xfrm>
          <a:prstGeom prst="roundRect">
            <a:avLst>
              <a:gd name="adj" fmla="val 11433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altLang="zh-CN" sz="11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Watch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中心层</a:t>
            </a:r>
            <a:endParaRPr lang="en-US" altLang="zh-CN" sz="20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CA0379EE-B070-7497-1DF3-88C05F06E146}"/>
              </a:ext>
            </a:extLst>
          </p:cNvPr>
          <p:cNvSpPr/>
          <p:nvPr/>
        </p:nvSpPr>
        <p:spPr>
          <a:xfrm>
            <a:off x="171448" y="4232276"/>
            <a:ext cx="11849101" cy="522631"/>
          </a:xfrm>
          <a:prstGeom prst="roundRect">
            <a:avLst>
              <a:gd name="adj" fmla="val 21229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统一数据契约：</a:t>
            </a:r>
            <a:r>
              <a:rPr lang="en-US" altLang="zh-CN" sz="1400" b="1" spc="1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device_id</a:t>
            </a:r>
            <a:r>
              <a:rPr lang="zh-CN" altLang="en-US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b="1" spc="1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point_id</a:t>
            </a:r>
            <a:r>
              <a:rPr lang="zh-CN" altLang="en-US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timestamp</a:t>
            </a:r>
            <a:r>
              <a:rPr lang="zh-CN" altLang="en-US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quality……</a:t>
            </a:r>
            <a:endParaRPr lang="zh-CN" altLang="en-US" sz="20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BF767CC-EF74-19D4-0B51-51BF910C2BAE}"/>
              </a:ext>
            </a:extLst>
          </p:cNvPr>
          <p:cNvSpPr txBox="1"/>
          <p:nvPr/>
        </p:nvSpPr>
        <p:spPr>
          <a:xfrm>
            <a:off x="445998" y="4313914"/>
            <a:ext cx="1019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数据层 </a:t>
            </a:r>
            <a:endParaRPr lang="zh-CN" altLang="en-US" dirty="0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90DEBA94-CC23-4E06-BBC8-F90B60F78E0C}"/>
              </a:ext>
            </a:extLst>
          </p:cNvPr>
          <p:cNvSpPr/>
          <p:nvPr/>
        </p:nvSpPr>
        <p:spPr>
          <a:xfrm>
            <a:off x="279917" y="5301856"/>
            <a:ext cx="1328790" cy="1300587"/>
          </a:xfrm>
          <a:prstGeom prst="roundRect">
            <a:avLst>
              <a:gd name="adj" fmla="val 11433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altLang="zh-CN" sz="11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Watch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中心层</a:t>
            </a:r>
            <a:endParaRPr lang="en-US" altLang="zh-CN" sz="20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2506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84F11F0-11FD-1E17-8D69-E905F50F2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276600"/>
            <a:ext cx="469900" cy="4699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E2DC3C7-D15C-FC29-5561-00A54A2B8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250" y="2730500"/>
            <a:ext cx="10922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72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541</Words>
  <Application>Microsoft Office PowerPoint</Application>
  <PresentationFormat>宽屏</PresentationFormat>
  <Paragraphs>114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Microsoft YaHei</vt:lpstr>
      <vt:lpstr>Microsoft YaHei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HuaiUaiAiI Shuai</dc:creator>
  <cp:lastModifiedBy>HuaiUaiAiI Shuai</cp:lastModifiedBy>
  <cp:revision>3</cp:revision>
  <dcterms:created xsi:type="dcterms:W3CDTF">2026-08-31T00:45:23Z</dcterms:created>
  <dcterms:modified xsi:type="dcterms:W3CDTF">2026-09-01T13:29:54Z</dcterms:modified>
</cp:coreProperties>
</file>